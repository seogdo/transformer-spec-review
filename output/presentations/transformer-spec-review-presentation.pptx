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695e79f54714b41" /><Relationship Type="http://schemas.openxmlformats.org/officeDocument/2006/relationships/extended-properties" Target="/docProps/app.xml" Id="R5151521c6aca41b0" /><Relationship Type="http://schemas.openxmlformats.org/officeDocument/2006/relationships/officeDocument" Target="/ppt/presentation.xml" Id="R57fd9548cde942ac" /></Relationships>
</file>

<file path=ppt/presentation.xml><?xml version="1.0" encoding="utf-8"?>
<p:presentation xmlns:p="http://schemas.openxmlformats.org/presentationml/2006/main">
  <p:sldMasterIdLst>
    <p:sldMasterId xmlns:r="http://schemas.openxmlformats.org/officeDocument/2006/relationships" id="2147483648" r:id="R4bf1340fdbf74b6a"/>
  </p:sldMasterIdLst>
  <p:notesMasterIdLst>
    <p:notesMasterId xmlns:r="http://schemas.openxmlformats.org/officeDocument/2006/relationships" r:id="Ra5e1873709314fb8"/>
  </p:notesMasterIdLst>
  <p:sldIdLst>
    <p:sldId xmlns:r="http://schemas.openxmlformats.org/officeDocument/2006/relationships" id="256" r:id="Rbb670d6ace194cdf"/>
    <p:sldId xmlns:r="http://schemas.openxmlformats.org/officeDocument/2006/relationships" id="257" r:id="R34703501f57f4eea"/>
    <p:sldId xmlns:r="http://schemas.openxmlformats.org/officeDocument/2006/relationships" id="258" r:id="Rd591afa647864aec"/>
    <p:sldId xmlns:r="http://schemas.openxmlformats.org/officeDocument/2006/relationships" id="259" r:id="R6883505e3f594929"/>
    <p:sldId xmlns:r="http://schemas.openxmlformats.org/officeDocument/2006/relationships" id="260" r:id="R87e64e5082a54a6b"/>
    <p:sldId xmlns:r="http://schemas.openxmlformats.org/officeDocument/2006/relationships" id="261" r:id="Re05df6207b874055"/>
    <p:sldId xmlns:r="http://schemas.openxmlformats.org/officeDocument/2006/relationships" id="262" r:id="Re85dc68893304d5a"/>
    <p:sldId xmlns:r="http://schemas.openxmlformats.org/officeDocument/2006/relationships" id="263" r:id="R9c4342c4c95a476f"/>
    <p:sldId xmlns:r="http://schemas.openxmlformats.org/officeDocument/2006/relationships" id="264" r:id="R6018f2f3ed7e4402"/>
    <p:sldId xmlns:r="http://schemas.openxmlformats.org/officeDocument/2006/relationships" id="265" r:id="Rdd90de80656745e1"/>
    <p:sldId xmlns:r="http://schemas.openxmlformats.org/officeDocument/2006/relationships" id="266" r:id="Rc6aa489ee62d4fdc"/>
    <p:sldId xmlns:r="http://schemas.openxmlformats.org/officeDocument/2006/relationships" id="267" r:id="R93ac106e67194b44"/>
    <p:sldId xmlns:r="http://schemas.openxmlformats.org/officeDocument/2006/relationships" id="268" r:id="R84c06c198bb5458a"/>
    <p:sldId xmlns:r="http://schemas.openxmlformats.org/officeDocument/2006/relationships" id="269" r:id="R0bc45d243310488a"/>
    <p:sldId xmlns:r="http://schemas.openxmlformats.org/officeDocument/2006/relationships" id="270" r:id="R1535d811a7e244ba"/>
    <p:sldId xmlns:r="http://schemas.openxmlformats.org/officeDocument/2006/relationships" id="271" r:id="R4aa850c92039424c"/>
    <p:sldId xmlns:r="http://schemas.openxmlformats.org/officeDocument/2006/relationships" id="272" r:id="R6241c7b38a30450b"/>
    <p:sldId xmlns:r="http://schemas.openxmlformats.org/officeDocument/2006/relationships" id="273" r:id="R1f8c980409ed4dd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335a41f9fd4827" /><Relationship Type="http://schemas.openxmlformats.org/officeDocument/2006/relationships/slideMaster" Target="/ppt/slideMasters/slideMaster1.xml" Id="R4bf1340fdbf74b6a" /><Relationship Type="http://schemas.openxmlformats.org/officeDocument/2006/relationships/notesMaster" Target="/ppt/notesMasters/notesMaster1.xml" Id="Ra5e1873709314fb8" /><Relationship Type="http://schemas.openxmlformats.org/officeDocument/2006/relationships/presProps" Target="/ppt/presProps.xml" Id="Ref37682621574ae5" /><Relationship Type="http://schemas.openxmlformats.org/officeDocument/2006/relationships/tableStyles" Target="/ppt/tableStyles.xml" Id="R62231299599d4d16" /><Relationship Type="http://schemas.openxmlformats.org/officeDocument/2006/relationships/slide" Target="/ppt/slides/slide1.xml" Id="Rbb670d6ace194cdf" /><Relationship Type="http://schemas.openxmlformats.org/officeDocument/2006/relationships/slide" Target="/ppt/slides/slide2.xml" Id="R34703501f57f4eea" /><Relationship Type="http://schemas.openxmlformats.org/officeDocument/2006/relationships/slide" Target="/ppt/slides/slide3.xml" Id="Rd591afa647864aec" /><Relationship Type="http://schemas.openxmlformats.org/officeDocument/2006/relationships/slide" Target="/ppt/slides/slide4.xml" Id="R6883505e3f594929" /><Relationship Type="http://schemas.openxmlformats.org/officeDocument/2006/relationships/slide" Target="/ppt/slides/slide5.xml" Id="R87e64e5082a54a6b" /><Relationship Type="http://schemas.openxmlformats.org/officeDocument/2006/relationships/slide" Target="/ppt/slides/slide6.xml" Id="Re05df6207b874055" /><Relationship Type="http://schemas.openxmlformats.org/officeDocument/2006/relationships/slide" Target="/ppt/slides/slide7.xml" Id="Re85dc68893304d5a" /><Relationship Type="http://schemas.openxmlformats.org/officeDocument/2006/relationships/slide" Target="/ppt/slides/slide8.xml" Id="R9c4342c4c95a476f" /><Relationship Type="http://schemas.openxmlformats.org/officeDocument/2006/relationships/slide" Target="/ppt/slides/slide9.xml" Id="R6018f2f3ed7e4402" /><Relationship Type="http://schemas.openxmlformats.org/officeDocument/2006/relationships/slide" Target="/ppt/slides/slide10.xml" Id="Rdd90de80656745e1" /><Relationship Type="http://schemas.openxmlformats.org/officeDocument/2006/relationships/slide" Target="/ppt/slides/slide11.xml" Id="Rc6aa489ee62d4fdc" /><Relationship Type="http://schemas.openxmlformats.org/officeDocument/2006/relationships/slide" Target="/ppt/slides/slide12.xml" Id="R93ac106e67194b44" /><Relationship Type="http://schemas.openxmlformats.org/officeDocument/2006/relationships/slide" Target="/ppt/slides/slide13.xml" Id="R84c06c198bb5458a" /><Relationship Type="http://schemas.openxmlformats.org/officeDocument/2006/relationships/slide" Target="/ppt/slides/slide14.xml" Id="R0bc45d243310488a" /><Relationship Type="http://schemas.openxmlformats.org/officeDocument/2006/relationships/slide" Target="/ppt/slides/slide15.xml" Id="R1535d811a7e244ba" /><Relationship Type="http://schemas.openxmlformats.org/officeDocument/2006/relationships/slide" Target="/ppt/slides/slide16.xml" Id="R4aa850c92039424c" /><Relationship Type="http://schemas.openxmlformats.org/officeDocument/2006/relationships/slide" Target="/ppt/slides/slide17.xml" Id="R6241c7b38a30450b" /><Relationship Type="http://schemas.openxmlformats.org/officeDocument/2006/relationships/slide" Target="/ppt/slides/slide18.xml" Id="R1f8c980409ed4dd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2ab90f29d6743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6336334a6740d7" /><Relationship Type="http://schemas.openxmlformats.org/officeDocument/2006/relationships/notesMaster" Target="/ppt/notesMasters/notesMaster1.xml" Id="Rca1dba2851684d8f"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24c7abbf104c3a" /><Relationship Type="http://schemas.openxmlformats.org/officeDocument/2006/relationships/notesMaster" Target="/ppt/notesMasters/notesMaster1.xml" Id="Rc35cfdc129f04094" /></Relationships>
</file>

<file path=ppt/notesSlides/_rels/notesSlide3.xml.rels>&#65279;<?xml version="1.0" encoding="utf-8"?><Relationships xmlns="http://schemas.openxmlformats.org/package/2006/relationships"><Relationship Type="http://schemas.openxmlformats.org/officeDocument/2006/relationships/slide" Target="/ppt/slides/slide3.xml" Id="R7c35edbda8b44662" /><Relationship Type="http://schemas.openxmlformats.org/officeDocument/2006/relationships/notesMaster" Target="/ppt/notesMasters/notesMaster1.xml" Id="R7ba1d784b0384f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673b14df7594aa4" /><Relationship Type="http://schemas.openxmlformats.org/officeDocument/2006/relationships/notesMaster" Target="/ppt/notesMasters/notesMaster1.xml" Id="Rfcd2eb4bfdc647bc" /></Relationships>
</file>

<file path=ppt/notesSlides/_rels/notesSlide5.xml.rels>&#65279;<?xml version="1.0" encoding="utf-8"?><Relationships xmlns="http://schemas.openxmlformats.org/package/2006/relationships"><Relationship Type="http://schemas.openxmlformats.org/officeDocument/2006/relationships/slide" Target="/ppt/slides/slide5.xml" Id="Ra2a1d01e61bb40f9" /><Relationship Type="http://schemas.openxmlformats.org/officeDocument/2006/relationships/notesMaster" Target="/ppt/notesMasters/notesMaster1.xml" Id="R41c02d37b25e4efd"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0ed5a9b0004a82" /><Relationship Type="http://schemas.openxmlformats.org/officeDocument/2006/relationships/notesMaster" Target="/ppt/notesMasters/notesMaster1.xml" Id="R1945817125894c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8f896632584ce7" /><Relationship Type="http://schemas.openxmlformats.org/officeDocument/2006/relationships/notesMaster" Target="/ppt/notesMasters/notesMaster1.xml" Id="Re4ede7d4dbb74886"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8b6d6ec2004eb2" /><Relationship Type="http://schemas.openxmlformats.org/officeDocument/2006/relationships/notesMaster" Target="/ppt/notesMasters/notesMaster1.xml" Id="Rffb826ad082b4235" /></Relationships>
</file>

<file path=ppt/notesSlides/_rels/notesSlide9.xml.rels>&#65279;<?xml version="1.0" encoding="utf-8"?><Relationships xmlns="http://schemas.openxmlformats.org/package/2006/relationships"><Relationship Type="http://schemas.openxmlformats.org/officeDocument/2006/relationships/slide" Target="/ppt/slides/slide9.xml" Id="R7f25141be78d47e8" /><Relationship Type="http://schemas.openxmlformats.org/officeDocument/2006/relationships/notesMaster" Target="/ppt/notesMasters/notesMaster1.xml" Id="R09c1156e01c6441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b1cd0ec432f4432" /><Relationship Type="http://schemas.openxmlformats.org/officeDocument/2006/relationships/notesMaster" Target="/ppt/notesMasters/notesMaster1.xml" Id="Raae3265edd1d4bd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ec41ae98ead4ac8" /><Relationship Type="http://schemas.openxmlformats.org/officeDocument/2006/relationships/notesMaster" Target="/ppt/notesMasters/notesMaster1.xml" Id="Rb2344ac2aef5454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53f4afc0cbc4efd" /><Relationship Type="http://schemas.openxmlformats.org/officeDocument/2006/relationships/notesMaster" Target="/ppt/notesMasters/notesMaster1.xml" Id="R37d4e74a4f034ab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f18a7e7798f48bd" /><Relationship Type="http://schemas.openxmlformats.org/officeDocument/2006/relationships/notesMaster" Target="/ppt/notesMasters/notesMaster1.xml" Id="R250cbff4519a476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e56cd20d6544ece" /><Relationship Type="http://schemas.openxmlformats.org/officeDocument/2006/relationships/notesMaster" Target="/ppt/notesMasters/notesMaster1.xml" Id="Ra5eb5a9f38d34f7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4176cca3e1646e3" /><Relationship Type="http://schemas.openxmlformats.org/officeDocument/2006/relationships/notesMaster" Target="/ppt/notesMasters/notesMaster1.xml" Id="Ra3dddaea3e2948d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202ff63298e4e97" /><Relationship Type="http://schemas.openxmlformats.org/officeDocument/2006/relationships/notesMaster" Target="/ppt/notesMasters/notesMaster1.xml" Id="R780949f621134aa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2c432198a76476f" /><Relationship Type="http://schemas.openxmlformats.org/officeDocument/2006/relationships/notesMaster" Target="/ppt/notesMasters/notesMaster1.xml" Id="Rc4cbda3bf6384d3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5cb8cff19554c8f" /><Relationship Type="http://schemas.openxmlformats.org/officeDocument/2006/relationships/notesMaster" Target="/ppt/notesMasters/notesMaster1.xml" Id="R5d394565fb2641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[0:00–0:08 / 본 발표 1장] 안녕하세요. G077 문성도입니다. 과제 2로 변압기 수주 기술사양 검토 AI를 만들었습니다. 본 발표는 9장이고 이후 9장은 질문용 부록입니다. 2분 동안 주제와 결과를 설명한 뒤 3분 동안 실제 코드를 설명합니다.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[0:08–0:25 / 본 발표 2장] 수주 확정 후 기술 인계회의 전에 고객 요구와 변경 합의가 내부 인계표에 반영됐는지 확인하는 서비스입니다. 상세 설계·구매로 넘어가기 전에 문서 차이를 찾아 담당자가 원문을 확인하도록 돕는 것이 목적입니다. 440 V와 380 V는 팬 보조전원 변경 미반영을 구성한 가상 사례이며 주회로 전압 예시가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[0:25–0:50 / 본 발표 3장] 입력은 고객 사양서, 변경 합의서, 내부 인계표의 텍스트 PDF 세 종류입니다. 고객사를 확인하고 근거를 검색해 값을 추출한 다음, 담당자가 적용할 변경을 확인하면 열 개 사양을 비교합니다. 양쪽 원문을 연결하고 결과 저장과 회의용 보고서까지 제공합니다. 스캔·도면·임의 문서 전체를 지원한다는 뜻은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[0:50–2:00 / 본 발표 4장] 직접 만든 가상 V01 문서로 OpenAI의 gpt-4o-mini를 실제 호출한 결과입니다. 두 요청이 완료됐고 제안된 21개 값이 원문 검증을 통과했습니다. 팬 전원 요구 440 V와 인계값 380 V의 차이를 코드가 비교해 9일치·1불일치로 표시했습니다. 오른쪽은 실제 저장된 회의용 보고서 상단 발췌이고 왼쪽은 같은 기록의 핵심 값입니다.</a:t>
            </a:r>
          </a:p>
          <a:p xmlns:a="http://schemas.openxmlformats.org/drawingml/2006/main">
            <a:r>
              <a:t>Python 자동 검사 444개와 화면 모의 검사 71개는 코드 검증이며 현업 AI 정확도는 아닙니다. 근거 연결과 불명확한 값의 보류가 중요했습니다. 현재는 지정 형식의 가상 텍스트 PDF만 지원하고 외부 전송·과금에 동의한 자료만 사용합니다. 후속 과제는 독립 문서 평가와 검색 방식·비용·지연 비교입니다. 설계 승인은 수행하지 않습니다.</a:t>
            </a:r>
          </a:p>
          <a:p xmlns:a="http://schemas.openxmlformats.org/drawingml/2006/main">
            <a:r>
              <a:t>2:00에 코드 설명으로 전환합니다. 출처: reports/openai-validation-20261021.json; output/openai-v01-result.png. 실행 코드 887da6e. 실시간 AI 대기는 본 발표에서 제외합니다.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[2:00–2:45 / 본 발표 5장] extract_upload에서 서버 시작 설정에 맞는 OpenAI 요청 함수를 선택합니다. 첫 호출로 검색 계획을 받고 Python이 내부 검색을 실행합니다. 근거가 있으면 두 번째 호출로 값을 제안받고 원문과 검증하며 없으면 생략합니다. 최대 2회와 전체 90초 예산을 검사하고 다른 제공업체로 자동 전환하지 않습니다. 직접 작성한 Python 제어 흐름이며 Multi-Agent·MCP·LangGraph·LangSmith는 미사용입니다. 별도 AI 구조 확인 버튼은 추가 모델 요청 경로입니다.</a:t>
            </a:r>
          </a:p>
          <a:p xmlns:a="http://schemas.openxmlformats.org/drawingml/2006/main">
            <a:r>
              <a:t>실제 발췌 extraction_agent.py607–612행, 요청 선택600행, 실제 요청614행, 검색 계획624행, 검색632행, 추출643행, 거절684행. OpenAI 연결은 llm_backend.py199행입니다. 서버 측 키만 사용하고 화면·보고서에 키를 포함하지 않습니다. 정형 모드는 AI 단계를 거치지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[2:45–3:30 / 본 발표 6장] _search_documents는 문서 ID·항목·검색어를 받습니다. 지정 별칭으로 찾은 원문에 검색어 포함 점수를 매기고 페이지와 위치 순으로 정렬합니다. 요청별 상위 두 근거를 문자 예산 안에서 반환하고 문서 ID·페이지·인용문을 보존합니다. 그 근거를 다음 AI 추출 요청에 전달하는 키워드 기반 RAG입니다. 임베딩·벡터 DB는 쓰지 않았고 검색에서 놓친 정보까지 알아낸다고 보장하지 않습니다.</a:t>
            </a:r>
          </a:p>
          <a:p xmlns:a="http://schemas.openxmlformats.org/drawingml/2006/main">
            <a:r>
              <a:t>실제 발췌 extraction_agent.py315–323행. 함수301행, 근거 필드324–326행, 다음 호출의 근거 전달665행. 공통 들여쓰기만 제거했습니다.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[3:30–4:15 / 본 발표 7장] _validate_proposal은 인용이 실제 페이지와 검색 결과에 있는지 검사합니다. 화면의 수치 분기에서는 원문·인용의 값과 단위, 해당 항목명에 직접 연결되는지를 확인합니다. 숫자가 문서 어딘가에 있다는 이유만으로 채택하지 않습니다. 미확정·부정·중복·조건 충돌이면 거절 이유를 남기고 보류합니다. V02 미기재 주파수처럼 확인되지 않은 값을 코드가 대신 채우지 않습니다.</a:t>
            </a:r>
          </a:p>
          <a:p xmlns:a="http://schemas.openxmlformats.org/drawingml/2006/main">
            <a:r>
              <a:t>실제 발췌 extraction_agent.py545–552행, 함수498행, 거절된 제안 보류684행. 공통 들여쓰기만 제거했습니다.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[4:15–4:40 / 본 발표 8장] 최종 비교는 review_case가 수행합니다. 먼저 명시된 변경 적용 관계를 확인하고 단위와 조건을 맞춥니다. 같은 값은 일치, 다르면 불일치이고 출처나 조건이 불확실하면 확인 필요입니다. 승인 표시는 데모 메타데이터이며 실제 결재 권한을 인증하지는 않습니다.</a:t>
            </a:r>
          </a:p>
          <a:p xmlns:a="http://schemas.openxmlformats.org/drawingml/2006/main">
            <a:r>
              <a:t>실제 발췌 review.py 193–200행. 함수 시작 40행, 변경 관계 122–150행. 명시적 누락 MISSING은 발췌 앞 분기입니다. 공통 들여쓰기만 제거했습니다.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[4:40–5:00 / 본 발표 9장] request_fn에 고정 응답을 넣으면 실제 API 없이 같은 조건을 반복 검사할 수 있습니다. 주입 실행은 실제 OpenAI 호출로 표시하지 않습니다. 예시 검사는 두 요청과 입력 보존을 확인합니다. PDF·추출·비교·연결 모듈을 분리했고 불확실한 값은 담당자에게 남겼습니다. 감사합니다.</a:t>
            </a:r>
          </a:p>
          <a:p xmlns:a="http://schemas.openxmlformats.org/drawingml/2006/main">
            <a:r>
              <a:t>실제 발췌 tests/test_extraction_agent.py128–136행. 주입 지점 extraction_agent.py600행, 주입 실행 구분 테스트102행. 모의 시험은 모델 정확도를 측정하지 않습니다. 이후 9장은 질의응답용 부록입니다.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AI는 검색 계획과 값·단위를 제안합니다. 코드가 검색 실행·인용 검증·단위 정규화·변경 적용·최종 상태 비교를 수행합니다. 담당자가 적용할 변경과 원문을 확인합니다. 최종 실행은 OpenAI gpt-4o-mini이며 Ollama는 선택 가능한 별도 실행 방식입니다. 사람의 체크는 실제 결재나 승인 권한 인증이 아닙니다.</a:t>
            </a:r>
          </a:p>
          <a:p xmlns:a="http://schemas.openxmlformats.org/drawingml/2006/main">
            <a:r>
              <a:t>출처: extraction_agent.py301,498,574,624,643; review.py113; llm_backend.py199.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키워드와 별칭으로 원문을 찾아 다음 AI 요청에 전달하는 제한된 RAG입니다. 모델 출력은 JSON 구조와 원문·값·단위로 검증하고 불명확하면 보류합니다. request_fn 의존성 주입으로 실패와 경계 조건을 시험합니다. PDF·추출·비교·API·보고서를 분리했으며 OpenAI/Ollama 제공업체 선택과 서버측 키 설정을 지원합니다. OpenAI는 외부 전송·과금 동의 후 실행하고 실패 시 자동으로 다른 제공업체를 부르지 않습니다. Multi-Agent·MCP·LangGraph·LangSmith·벡터 검색은 미사용입니다.</a:t>
            </a:r>
          </a:p>
          <a:p xmlns:a="http://schemas.openxmlformats.org/drawingml/2006/main">
            <a:r>
              <a:t>출처: extraction_agent.py301,498,574,600; llm_backend.py199; web_app.py; report.py; tests/test_extraction_agent.py.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2026-10-21 OpenAI gpt-4o-mini로 공개 합성 V01~V03을 각 2회 실제 호출했습니다. V01 21/21값 채택·9일치1불일치, V02 20/21값 채택·9일치1검토, V03 22/22값 채택·8일치2불일치입니다. V02 주파수는 미기재라 actual=null, evidence_complete=false로 보류한 정상 결과입니다. 원문 연결60개·무효0과 의미·근거 완전성은 다릅니다. 세 사례30항목의 기대 상태 일치는 소량 합성 수용시험이지 현업 모델 정확도가 아닙니다. Python444, DOM71(근거12·복구45·보고서14)은 모델 없는 모의 자동검사입니다.</a:t>
            </a:r>
          </a:p>
          <a:p xmlns:a="http://schemas.openxmlformats.org/drawingml/2006/main">
            <a:r>
              <a:t>출처: reports/openai-validation-20261021.json; output/openai-v01-result.png,openai-v02-result.png,openai-v03-result.png. 실행 코드887da6e. 과거 F01~F06/F04는 별도 Ollama 기록입니다.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형식을 제한해 원문·값 검증을 쉽게 만들었지만 실제 회사의 다양한 양식·스캔·도면은 바로 지원하지 않습니다. 모호한 값을 보류하면 잘못된 확정을 피하는 데 도움이 되지만 담당자의 확인 부담이 늘어납니다. 최종은 OpenAI API이며 서버에 키를 보관하고 외부 전송·과금 동의를 받습니다. Ollama는 선택 가능한 별도 방식이고 오류 시 자동 전환하지 않습니다. 지원 범위 밖 표현을 놓칠 수 있어 독립 문서 평가와 동일 입력의 호출·검색 방식·비용·지연 비교가 필요합니다.</a:t>
            </a:r>
          </a:p>
          <a:p xmlns:a="http://schemas.openxmlformats.org/drawingml/2006/main">
            <a:r>
              <a:t>출처: README.md; docs/ai-backends.md; reports/openai-validation-20261021.json.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5분 본 발표에서는 넘기지 않습니다]</a:t>
            </a:r>
          </a:p>
          <a:p xmlns:a="http://schemas.openxmlformats.org/drawingml/2006/main">
            <a:r>
              <a:t>F04는 인계서에 팬 전원 400볼트와 440볼트가 함께 있는 가상 개발 사례입니다. 이전 저장 결과는 이미 확인 필요 상태였지만 화면 근거에는 400볼트만 보이고 evidence_complete가 true였습니다. 현재 코드는 같은 PDF와 당시 저장된 두 모델 응답을 고정해 오프라인 재생했습니다. 충돌 근거 값 종류는 하나에서 두 개로 표시되고 evidence_complete는 false로 바로잡았습니다. 10개 항목의 상태와 정규화값은 동일하게 보존했습니다. 실제 AI 모델 호출은 0회이며, 이전 소스 코드를 새로 실행한 동일 조건 성능 비교는 아닙니다. 이전 기록과 현재 재생을 비교한 제한된 근거 표시 개선 측정이며, 보너스 인정 여부를 확정하지 않습니다.</a:t>
            </a:r>
          </a:p>
          <a:p xmlns:a="http://schemas.openxmlformats.org/drawingml/2006/main">
            <a:r>
              <a:t>출처: reports/evidence-before-after-20261020T111053Z-4e8705ae.json; scripts/measure_evidence_before_after.py; tests/test_evidence_binding.py. 입력과 응답 해시, 출처 차이는 측정보고서에 기록했습니다.</a:t>
            </a:r>
          </a:p>
          <a:p xmlns:a="http://schemas.openxmlformats.org/drawingml/2006/main">
            <a:r>
              <a:t>이 자료는 과거 Ollama F04의 기록 비교입니다. 현재 OpenAI의 정확도·속도·비용 개선 실험으로 해석하지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F04 수정 후 화면] output/evidence-conflict-fix.png의 실제 기존 화면을 비율 유지해 삽입했습니다. 400 V와 440 V가 함께 있는 내부 인계서의 두 근거를 확인 필요 상태로 노출합니다. 판정은 기존에도 확인 필요였고 그 상태는 유지했습니다. 앞 장은 동일 PDF·당시 저장된 모델 응답을 고정한 현재 코드 재생과 이전 저장 결과의 제한된 비교입니다. 이 화면은 수정 후 화면만 존재합니다. 이전 소스를 새로 실행하거나 수정 전 UI 화면을 확보한 정식 전후 성능 실험은 아닙니다. 지연·비용·정확도 개선 수치는 주장하지 않습니다.</a:t>
            </a:r>
          </a:p>
          <a:p xmlns:a="http://schemas.openxmlformats.org/drawingml/2006/main">
            <a:r>
              <a:t>화면은 과거 Ollama F04 저장 기록을 이용한 수정 후 근거 표시 사례이며 OpenAI 신규 실행 화면이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오른쪽은 OpenAI V03 실제 저장 결과 보고서 상단 발췌입니다. 8일치2불일치이며 탭절환기와 설치 구분의 변경 미반영을 확인했습니다. 보고서를 열 때 모델을 다시 부르거나 저장값을 바꾸지 않습니다. 브라우저 인쇄·PDF 저장 기능이 있지만 이번 OpenAI 기록의 인쇄 저장 실험은 하지 않았습니다. 과거 V03 Chrome9쪽 인쇄 시험은 Ollama 기록으로 별도 표기합니다.</a:t>
            </a:r>
          </a:p>
          <a:p xmlns:a="http://schemas.openxmlformats.org/drawingml/2006/main">
            <a:r>
              <a:t>출처: report.py; docs/meeting-report.md; reports/openai-validation-20261021.json; output/openai-v03-result.png.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평가 근거] 기능 동작, 기술 선택, 한계와 2분 결과·3분 코드 설명을 연결했습니다. 추가 공지에 맞춰 첫 페이지 G077 문성도, 주요 task, 최종 실행 화면, 느낀 점·개선 방향을 반영했습니다. 실측 비교 보너스는 확정하지 않습니다. F04 자료는 이전 저장 기록 대 현재 코드의 기록 응답 재생 비교로, 이전 소스 신규 실행 및 실제 AI 성능 실험은 아닙니다. 수정 전 화면 캡처가 없어 정식 전후 화면 실험의 완비를 주장하지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[부록 · 5분 본 발표에서는 넘기지 않습니다]</a:t>
            </a:r>
          </a:p>
          <a:p xmlns:a="http://schemas.openxmlformats.org/drawingml/2006/main">
            <a:r>
              <a:t>추가 질의 준비입니다.</a:t>
            </a:r>
          </a:p>
          <a:p xmlns:a="http://schemas.openxmlformats.org/drawingml/2006/main">
            <a:r>
              <a:t>1. 정규식으로도 가능한데 AI가 필요한가요: 제한된 현재 형식에서는 가능합니다. AI는 원문에서 값을 제안하지만 2회 호출의 추가 효용은 별도 비교해야 합니다.</a:t>
            </a:r>
          </a:p>
          <a:p xmlns:a="http://schemas.openxmlformats.org/drawingml/2006/main">
            <a:r>
              <a:t>2. 어디가 RAG인가요: 검색 계획을 받아 관련 원문을 검색하고 그 결과를 다음 추출 호출에 제공합니다. 벡터 검색이나 MCP는 사용하지 않았습니다.</a:t>
            </a:r>
          </a:p>
          <a:p xmlns:a="http://schemas.openxmlformats.org/drawingml/2006/main">
            <a:r>
              <a:t>3. 정확도와 시간 절감률은: 자동검사 통과와 소량 가상 시연은 확인했지만 실제 회사 문서의 독립 정확도와 수작업 대비 시간은 측정하지 않았습니다.</a:t>
            </a:r>
          </a:p>
          <a:p xmlns:a="http://schemas.openxmlformats.org/drawingml/2006/main">
            <a:r>
              <a:t>4. 사람이 체크하면 승인인가요: 실제 결재가 아닙니다. 사용자가 원문을 확인했다는 화면 절차이며 승인 권한은 인증하지 않습니다.</a:t>
            </a:r>
          </a:p>
          <a:p xmlns:a="http://schemas.openxmlformats.org/drawingml/2006/main">
            <a:r>
              <a:t>5. 구조화된 D01/D02도 AI인가요: 정형 경로는 코드만 사용합니다. 실제 AI 시연은 V01/V02/V03를 사용합니다.</a:t>
            </a:r>
          </a:p>
          <a:p xmlns:a="http://schemas.openxmlformats.org/drawingml/2006/main">
            <a:r>
              <a:t>출처: README.md; extraction_agent.py; web_app.py; docs/publication.md.</a:t>
            </a:r>
          </a:p>
          <a:p xmlns:a="http://schemas.openxmlformats.org/drawingml/2006/main">
            <a:r>
              <a:t>최종 실행 제공업체는 OpenAI API·gpt-4o-mini입니다. 실제 API6회 완료는 세 가상 사례의 동작 확인이며 AI 품질 우위를 의미하지 않습니다. Ollama는 선택 가능한 별도 실행 방식이고 F04의 기존 비교는 해당 과거 기록입니다.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1b15f703f344dd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c252e95ea5e4c0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042c25ec9154be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8dc115f62174fb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144d84c1feb498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b693c0e7b2841a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2C66B5-74CA-456A-B036-CC900748F49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52FBED1-3988-49EA-845E-F086613BA3C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00D411C-880C-4E6F-B0B2-2FF7804D6CB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F02E7E-1086-4648-95AC-C3AF14961A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628601-E123-4B7C-BFBD-5FE56F21441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38A42E3-C1AE-4178-A097-BD1D28FF40F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841E762-FF9A-4047-9477-0BE71426D8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58AEE4B-8BF4-44F2-A793-AB680D19F8D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7CC43C-FAA6-4465-A7DF-E559725E58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2D020D-CA8E-4FD4-942C-E2842BC485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d571ae70c34edc" /><Relationship Type="http://schemas.openxmlformats.org/officeDocument/2006/relationships/slideLayout" Target="/ppt/slideLayouts/slideLayout1.xml" Id="Rf87fbf0c311c4b6d" /><Relationship Type="http://schemas.openxmlformats.org/officeDocument/2006/relationships/slideLayout" Target="/ppt/slideLayouts/slideLayout2.xml" Id="R4402ac0bdd7b4f1f" /><Relationship Type="http://schemas.openxmlformats.org/officeDocument/2006/relationships/slideLayout" Target="/ppt/slideLayouts/slideLayout3.xml" Id="R0220ee43c48e4fb0" /><Relationship Type="http://schemas.openxmlformats.org/officeDocument/2006/relationships/slideLayout" Target="/ppt/slideLayouts/slideLayout4.xml" Id="R00ca359eef0e4222" /><Relationship Type="http://schemas.openxmlformats.org/officeDocument/2006/relationships/slideLayout" Target="/ppt/slideLayouts/slideLayout5.xml" Id="R854c610036b3404b" /><Relationship Type="http://schemas.openxmlformats.org/officeDocument/2006/relationships/slideLayout" Target="/ppt/slideLayouts/slideLayout6.xml" Id="R53f8c1d817054dd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87fbf0c311c4b6d"/>
    <p:sldLayoutId xmlns:r="http://schemas.openxmlformats.org/officeDocument/2006/relationships" id="2147483650" r:id="R4402ac0bdd7b4f1f"/>
    <p:sldLayoutId xmlns:r="http://schemas.openxmlformats.org/officeDocument/2006/relationships" id="2147483651" r:id="R0220ee43c48e4fb0"/>
    <p:sldLayoutId xmlns:r="http://schemas.openxmlformats.org/officeDocument/2006/relationships" id="2147483652" r:id="R00ca359eef0e4222"/>
    <p:sldLayoutId xmlns:r="http://schemas.openxmlformats.org/officeDocument/2006/relationships" id="2147483653" r:id="R854c610036b3404b"/>
    <p:sldLayoutId xmlns:r="http://schemas.openxmlformats.org/officeDocument/2006/relationships" id="2147483654" r:id="R53f8c1d817054dd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a4146d8f45641a7" /><Relationship Type="http://schemas.openxmlformats.org/officeDocument/2006/relationships/notesSlide" Target="/ppt/notesSlides/notesSlide1.xml" Id="R64d5c7c7a48746f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a34c1235c4246de" /><Relationship Type="http://schemas.openxmlformats.org/officeDocument/2006/relationships/notesSlide" Target="/ppt/notesSlides/notesSlide2.xml" Id="R6406c31a6fe24e5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7bc38fdb330477b" /><Relationship Type="http://schemas.openxmlformats.org/officeDocument/2006/relationships/notesSlide" Target="/ppt/notesSlides/notesSlide3.xml" Id="R677b3e197a7141e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36faf47d2e24ba5" /><Relationship Type="http://schemas.openxmlformats.org/officeDocument/2006/relationships/image" Target="/ppt/media/image.jpeg" Id="R942db37b77864f47" /><Relationship Type="http://schemas.openxmlformats.org/officeDocument/2006/relationships/notesSlide" Target="/ppt/notesSlides/notesSlide4.xml" Id="R56b475bc1d00471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63ccb4d04f4422d" /><Relationship Type="http://schemas.openxmlformats.org/officeDocument/2006/relationships/notesSlide" Target="/ppt/notesSlides/notesSlide5.xml" Id="R42f901aff8e44eb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225de2127af4576" /><Relationship Type="http://schemas.openxmlformats.org/officeDocument/2006/relationships/notesSlide" Target="/ppt/notesSlides/notesSlide6.xml" Id="R8548fcfbf9a1466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1788896af6b4cfe" /><Relationship Type="http://schemas.openxmlformats.org/officeDocument/2006/relationships/notesSlide" Target="/ppt/notesSlides/notesSlide7.xml" Id="R2cbb0c99770e404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c46b7e974cc4c5b" /><Relationship Type="http://schemas.openxmlformats.org/officeDocument/2006/relationships/notesSlide" Target="/ppt/notesSlides/notesSlide8.xml" Id="Rf4649e269293415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aee2e45fecb46c2" /><Relationship Type="http://schemas.openxmlformats.org/officeDocument/2006/relationships/notesSlide" Target="/ppt/notesSlides/notesSlide9.xml" Id="Rce813aba56bd43d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9417d66291a4930" /><Relationship Type="http://schemas.openxmlformats.org/officeDocument/2006/relationships/notesSlide" Target="/ppt/notesSlides/notesSlide10.xml" Id="R8a2bf6008da8434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04824b3706d40cc" /><Relationship Type="http://schemas.openxmlformats.org/officeDocument/2006/relationships/notesSlide" Target="/ppt/notesSlides/notesSlide11.xml" Id="R11b7f9fc581c480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dc39b4e32b548c3" /><Relationship Type="http://schemas.openxmlformats.org/officeDocument/2006/relationships/notesSlide" Target="/ppt/notesSlides/notesSlide12.xml" Id="R2e18ce5af147411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f4d91fa24184e1f" /><Relationship Type="http://schemas.openxmlformats.org/officeDocument/2006/relationships/notesSlide" Target="/ppt/notesSlides/notesSlide13.xml" Id="Rbbad5ca51e0142d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5006a375b9e4fb5" /><Relationship Type="http://schemas.openxmlformats.org/officeDocument/2006/relationships/notesSlide" Target="/ppt/notesSlides/notesSlide14.xml" Id="R51cc5cf09b964c3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89c84a4dd134375" /><Relationship Type="http://schemas.openxmlformats.org/officeDocument/2006/relationships/image" Target="/ppt/media/image2.jpeg" Id="Rf55cee7ff9784345" /><Relationship Type="http://schemas.openxmlformats.org/officeDocument/2006/relationships/image" Target="/ppt/media/image3.jpeg" Id="R2e3dfd60f0f8416b" /><Relationship Type="http://schemas.openxmlformats.org/officeDocument/2006/relationships/notesSlide" Target="/ppt/notesSlides/notesSlide15.xml" Id="Rcf93dfe073324d7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be283a1e09644f3b" /><Relationship Type="http://schemas.openxmlformats.org/officeDocument/2006/relationships/image" Target="/ppt/media/image4.jpeg" Id="Re4e12ba588c947c3" /><Relationship Type="http://schemas.openxmlformats.org/officeDocument/2006/relationships/notesSlide" Target="/ppt/notesSlides/notesSlide16.xml" Id="R8fd710d43da5464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79c30b44cce40d8" /><Relationship Type="http://schemas.openxmlformats.org/officeDocument/2006/relationships/notesSlide" Target="/ppt/notesSlides/notesSlide17.xml" Id="R9b5f78358182495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6dfde3d430b4018" /><Relationship Type="http://schemas.openxmlformats.org/officeDocument/2006/relationships/notesSlide" Target="/ppt/notesSlides/notesSlide18.xml" Id="R4bf5a9e463504a62" /></Relationships>
</file>

<file path=ppt/slides/slide1.xml><?xml version="1.0" encoding="utf-8"?>
<p:sld xmlns:p="http://schemas.openxmlformats.org/presentationml/2006/main">
  <p:cSld>
    <p:bg>
      <p:bgPr>
        <a:solidFill xmlns:a="http://schemas.openxmlformats.org/drawingml/2006/main">
          <a:srgbClr val="14323B"/>
        </a:solidFill>
      </p:bgPr>
    </p:bg>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5751220-0AFA-46A8-91B7-B24EC6B8B45C}"/>
              </a:ext>
            </a:extLst>
          </p:cNvPr>
          <p:cNvSpPr>
            <a:spLocks xmlns:a="http://schemas.openxmlformats.org/drawingml/2006/main" noGrp="1"/>
          </p:cNvSpPr>
          <p:nvPr/>
        </p:nvSpPr>
        <p:spPr>
          <a:xfrm xmlns:a="http://schemas.openxmlformats.org/drawingml/2006/main">
            <a:off x="685800" y="1476375"/>
            <a:ext cx="106680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4650" b="1">
                <a:solidFill>
                  <a:srgbClr val="FFFFFF"/>
                </a:solidFill>
                <a:latin typeface="Arial Unicode MS"/>
                <a:ea typeface="Arial Unicode MS"/>
                <a:cs typeface="Arial Unicode MS"/>
              </a:defRPr>
            </a:defPPr>
            <a:lvl1pPr>
              <a:buNone/>
              <a:defRPr sz="4650" b="1">
                <a:solidFill>
                  <a:srgbClr val="FFFFFF"/>
                </a:solidFill>
                <a:latin typeface="Arial Unicode MS"/>
                <a:ea typeface="Arial Unicode MS"/>
                <a:cs typeface="Arial Unicode MS"/>
              </a:defRPr>
            </a:lvl1pPr>
            <a:lvl2pPr>
              <a:buNone/>
              <a:defRPr sz="4650" b="1">
                <a:solidFill>
                  <a:srgbClr val="FFFFFF"/>
                </a:solidFill>
                <a:latin typeface="Arial Unicode MS"/>
                <a:ea typeface="Arial Unicode MS"/>
                <a:cs typeface="Arial Unicode MS"/>
              </a:defRPr>
            </a:lvl2pPr>
            <a:lvl3pPr>
              <a:buNone/>
              <a:defRPr sz="4650" b="1">
                <a:solidFill>
                  <a:srgbClr val="FFFFFF"/>
                </a:solidFill>
                <a:latin typeface="Arial Unicode MS"/>
                <a:ea typeface="Arial Unicode MS"/>
                <a:cs typeface="Arial Unicode MS"/>
              </a:defRPr>
            </a:lvl3pPr>
            <a:lvl4pPr>
              <a:buNone/>
              <a:defRPr sz="4650" b="1">
                <a:solidFill>
                  <a:srgbClr val="FFFFFF"/>
                </a:solidFill>
                <a:latin typeface="Arial Unicode MS"/>
                <a:ea typeface="Arial Unicode MS"/>
                <a:cs typeface="Arial Unicode MS"/>
              </a:defRPr>
            </a:lvl4pPr>
            <a:lvl5pPr>
              <a:buNone/>
              <a:defRPr sz="4650" b="1">
                <a:solidFill>
                  <a:srgbClr val="FFFFFF"/>
                </a:solidFill>
                <a:latin typeface="Arial Unicode MS"/>
                <a:ea typeface="Arial Unicode MS"/>
                <a:cs typeface="Arial Unicode MS"/>
              </a:defRPr>
            </a:lvl5pPr>
            <a:lvl6pPr>
              <a:buNone/>
              <a:defRPr sz="4650" b="1">
                <a:solidFill>
                  <a:srgbClr val="FFFFFF"/>
                </a:solidFill>
                <a:latin typeface="Arial Unicode MS"/>
                <a:ea typeface="Arial Unicode MS"/>
                <a:cs typeface="Arial Unicode MS"/>
              </a:defRPr>
            </a:lvl6pPr>
            <a:lvl7pPr>
              <a:buNone/>
              <a:defRPr sz="4650" b="1">
                <a:solidFill>
                  <a:srgbClr val="FFFFFF"/>
                </a:solidFill>
                <a:latin typeface="Arial Unicode MS"/>
                <a:ea typeface="Arial Unicode MS"/>
                <a:cs typeface="Arial Unicode MS"/>
              </a:defRPr>
            </a:lvl7pPr>
            <a:lvl8pPr>
              <a:buNone/>
              <a:defRPr sz="4650" b="1">
                <a:solidFill>
                  <a:srgbClr val="FFFFFF"/>
                </a:solidFill>
                <a:latin typeface="Arial Unicode MS"/>
                <a:ea typeface="Arial Unicode MS"/>
                <a:cs typeface="Arial Unicode MS"/>
              </a:defRPr>
            </a:lvl8pPr>
            <a:lvl9pPr>
              <a:buNone/>
              <a:defRPr sz="4650" b="1">
                <a:solidFill>
                  <a:srgbClr val="FFFFFF"/>
                </a:solidFill>
                <a:latin typeface="Arial Unicode MS"/>
                <a:ea typeface="Arial Unicode MS"/>
                <a:cs typeface="Arial Unicode MS"/>
              </a:defRPr>
            </a:lvl9pPr>
          </a:lstStyle>
          <a:p xmlns:a="http://schemas.openxmlformats.org/drawingml/2006/main">
            <a:pPr>
              <a:buNone/>
              <a:defRPr sz="4650" b="1">
                <a:solidFill>
                  <a:srgbClr val="FFFFFF"/>
                </a:solidFill>
                <a:latin typeface="Arial Unicode MS"/>
                <a:ea typeface="Arial Unicode MS"/>
                <a:cs typeface="Arial Unicode MS"/>
              </a:defRPr>
            </a:pPr>
            <a:r>
              <a:rPr sz="4650" b="1">
                <a:solidFill>
                  <a:srgbClr val="FFFFFF"/>
                </a:solidFill>
                <a:latin typeface="Arial Unicode MS"/>
                <a:ea typeface="Arial Unicode MS"/>
                <a:cs typeface="Arial Unicode MS"/>
              </a:rPr>
              <a:t>변압기 수주</a:t>
            </a:r>
          </a:p>
          <a:p xmlns:a="http://schemas.openxmlformats.org/drawingml/2006/main">
            <a:pPr>
              <a:buNone/>
              <a:defRPr sz="4650" b="1">
                <a:solidFill>
                  <a:srgbClr val="FFFFFF"/>
                </a:solidFill>
                <a:latin typeface="Arial Unicode MS"/>
                <a:ea typeface="Arial Unicode MS"/>
                <a:cs typeface="Arial Unicode MS"/>
              </a:defRPr>
            </a:pPr>
            <a:r>
              <a:rPr sz="4650" b="1">
                <a:solidFill>
                  <a:srgbClr val="FFFFFF"/>
                </a:solidFill>
                <a:latin typeface="Arial Unicode MS"/>
                <a:ea typeface="Arial Unicode MS"/>
                <a:cs typeface="Arial Unicode MS"/>
              </a:rPr>
              <a:t>기술사양 검토 AI</a:t>
            </a:r>
          </a:p>
        </p:txBody>
      </p:sp>
      <p:sp>
        <p:nvSpPr>
          <p:cNvPr id="2" name="subtitle">
            <a:extLst xmlns:a="http://schemas.openxmlformats.org/drawingml/2006/main">
              <a:ext uri="{FF2B5EF4-FFF2-40B4-BE49-F238E27FC236}">
                <a16:creationId xmlns:a16="http://schemas.microsoft.com/office/drawing/2014/main" id="{022653C3-E6D2-46C2-9F34-7B2278321D7E}"/>
              </a:ext>
            </a:extLst>
          </p:cNvPr>
          <p:cNvSpPr>
            <a:spLocks xmlns:a="http://schemas.openxmlformats.org/drawingml/2006/main" noGrp="1"/>
          </p:cNvSpPr>
          <p:nvPr/>
        </p:nvSpPr>
        <p:spPr>
          <a:xfrm xmlns:a="http://schemas.openxmlformats.org/drawingml/2006/main">
            <a:off x="723900" y="381000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C9E5DE"/>
                </a:solidFill>
                <a:latin typeface="Arial Unicode MS"/>
                <a:ea typeface="Arial Unicode MS"/>
                <a:cs typeface="Arial Unicode MS"/>
              </a:defRPr>
            </a:defPPr>
            <a:lvl1pPr>
              <a:buNone/>
              <a:defRPr sz="2025" b="0">
                <a:solidFill>
                  <a:srgbClr val="C9E5DE"/>
                </a:solidFill>
                <a:latin typeface="Arial Unicode MS"/>
                <a:ea typeface="Arial Unicode MS"/>
                <a:cs typeface="Arial Unicode MS"/>
              </a:defRPr>
            </a:lvl1pPr>
            <a:lvl2pPr>
              <a:buNone/>
              <a:defRPr sz="2025" b="0">
                <a:solidFill>
                  <a:srgbClr val="C9E5DE"/>
                </a:solidFill>
                <a:latin typeface="Arial Unicode MS"/>
                <a:ea typeface="Arial Unicode MS"/>
                <a:cs typeface="Arial Unicode MS"/>
              </a:defRPr>
            </a:lvl2pPr>
            <a:lvl3pPr>
              <a:buNone/>
              <a:defRPr sz="2025" b="0">
                <a:solidFill>
                  <a:srgbClr val="C9E5DE"/>
                </a:solidFill>
                <a:latin typeface="Arial Unicode MS"/>
                <a:ea typeface="Arial Unicode MS"/>
                <a:cs typeface="Arial Unicode MS"/>
              </a:defRPr>
            </a:lvl3pPr>
            <a:lvl4pPr>
              <a:buNone/>
              <a:defRPr sz="2025" b="0">
                <a:solidFill>
                  <a:srgbClr val="C9E5DE"/>
                </a:solidFill>
                <a:latin typeface="Arial Unicode MS"/>
                <a:ea typeface="Arial Unicode MS"/>
                <a:cs typeface="Arial Unicode MS"/>
              </a:defRPr>
            </a:lvl4pPr>
            <a:lvl5pPr>
              <a:buNone/>
              <a:defRPr sz="2025" b="0">
                <a:solidFill>
                  <a:srgbClr val="C9E5DE"/>
                </a:solidFill>
                <a:latin typeface="Arial Unicode MS"/>
                <a:ea typeface="Arial Unicode MS"/>
                <a:cs typeface="Arial Unicode MS"/>
              </a:defRPr>
            </a:lvl5pPr>
            <a:lvl6pPr>
              <a:buNone/>
              <a:defRPr sz="2025" b="0">
                <a:solidFill>
                  <a:srgbClr val="C9E5DE"/>
                </a:solidFill>
                <a:latin typeface="Arial Unicode MS"/>
                <a:ea typeface="Arial Unicode MS"/>
                <a:cs typeface="Arial Unicode MS"/>
              </a:defRPr>
            </a:lvl6pPr>
            <a:lvl7pPr>
              <a:buNone/>
              <a:defRPr sz="2025" b="0">
                <a:solidFill>
                  <a:srgbClr val="C9E5DE"/>
                </a:solidFill>
                <a:latin typeface="Arial Unicode MS"/>
                <a:ea typeface="Arial Unicode MS"/>
                <a:cs typeface="Arial Unicode MS"/>
              </a:defRPr>
            </a:lvl7pPr>
            <a:lvl8pPr>
              <a:buNone/>
              <a:defRPr sz="2025" b="0">
                <a:solidFill>
                  <a:srgbClr val="C9E5DE"/>
                </a:solidFill>
                <a:latin typeface="Arial Unicode MS"/>
                <a:ea typeface="Arial Unicode MS"/>
                <a:cs typeface="Arial Unicode MS"/>
              </a:defRPr>
            </a:lvl8pPr>
            <a:lvl9pPr>
              <a:buNone/>
              <a:defRPr sz="2025" b="0">
                <a:solidFill>
                  <a:srgbClr val="C9E5DE"/>
                </a:solidFill>
                <a:latin typeface="Arial Unicode MS"/>
                <a:ea typeface="Arial Unicode MS"/>
                <a:cs typeface="Arial Unicode MS"/>
              </a:defRPr>
            </a:lvl9pPr>
          </a:lstStyle>
          <a:p xmlns:a="http://schemas.openxmlformats.org/drawingml/2006/main">
            <a:pPr>
              <a:buNone/>
              <a:defRPr sz="2025" b="0">
                <a:solidFill>
                  <a:srgbClr val="C9E5DE"/>
                </a:solidFill>
                <a:latin typeface="Arial Unicode MS"/>
                <a:ea typeface="Arial Unicode MS"/>
                <a:cs typeface="Arial Unicode MS"/>
              </a:defRPr>
            </a:pPr>
            <a:r>
              <a:rPr sz="2025" b="0">
                <a:solidFill>
                  <a:srgbClr val="C9E5DE"/>
                </a:solidFill>
                <a:latin typeface="Arial Unicode MS"/>
                <a:ea typeface="Arial Unicode MS"/>
                <a:cs typeface="Arial Unicode MS"/>
              </a:rPr>
              <a:t>수주 확정 후 기술 인계회의 전, 변경 누락을 원문으로 확인합니다</a:t>
            </a:r>
          </a:p>
        </p:txBody>
      </p:sp>
      <p:sp>
        <p:nvSpPr>
          <p:cNvPr id="3" name="author">
            <a:extLst xmlns:a="http://schemas.openxmlformats.org/drawingml/2006/main">
              <a:ext uri="{FF2B5EF4-FFF2-40B4-BE49-F238E27FC236}">
                <a16:creationId xmlns:a16="http://schemas.microsoft.com/office/drawing/2014/main" id="{2C8D70A6-5AB2-4F64-A9A3-CC94376EDCAA}"/>
              </a:ext>
            </a:extLst>
          </p:cNvPr>
          <p:cNvSpPr>
            <a:spLocks xmlns:a="http://schemas.openxmlformats.org/drawingml/2006/main" noGrp="1"/>
          </p:cNvSpPr>
          <p:nvPr/>
        </p:nvSpPr>
        <p:spPr>
          <a:xfrm xmlns:a="http://schemas.openxmlformats.org/drawingml/2006/main">
            <a:off x="723900" y="5829300"/>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425" b="0">
                <a:solidFill>
                  <a:srgbClr val="C9E5DE"/>
                </a:solidFill>
                <a:latin typeface="Arial Unicode MS"/>
                <a:ea typeface="Arial Unicode MS"/>
                <a:cs typeface="Arial Unicode MS"/>
              </a:defRPr>
            </a:defPPr>
            <a:lvl1pPr>
              <a:buNone/>
              <a:defRPr sz="1425" b="0">
                <a:solidFill>
                  <a:srgbClr val="C9E5DE"/>
                </a:solidFill>
                <a:latin typeface="Arial Unicode MS"/>
                <a:ea typeface="Arial Unicode MS"/>
                <a:cs typeface="Arial Unicode MS"/>
              </a:defRPr>
            </a:lvl1pPr>
            <a:lvl2pPr>
              <a:buNone/>
              <a:defRPr sz="1425" b="0">
                <a:solidFill>
                  <a:srgbClr val="C9E5DE"/>
                </a:solidFill>
                <a:latin typeface="Arial Unicode MS"/>
                <a:ea typeface="Arial Unicode MS"/>
                <a:cs typeface="Arial Unicode MS"/>
              </a:defRPr>
            </a:lvl2pPr>
            <a:lvl3pPr>
              <a:buNone/>
              <a:defRPr sz="1425" b="0">
                <a:solidFill>
                  <a:srgbClr val="C9E5DE"/>
                </a:solidFill>
                <a:latin typeface="Arial Unicode MS"/>
                <a:ea typeface="Arial Unicode MS"/>
                <a:cs typeface="Arial Unicode MS"/>
              </a:defRPr>
            </a:lvl3pPr>
            <a:lvl4pPr>
              <a:buNone/>
              <a:defRPr sz="1425" b="0">
                <a:solidFill>
                  <a:srgbClr val="C9E5DE"/>
                </a:solidFill>
                <a:latin typeface="Arial Unicode MS"/>
                <a:ea typeface="Arial Unicode MS"/>
                <a:cs typeface="Arial Unicode MS"/>
              </a:defRPr>
            </a:lvl4pPr>
            <a:lvl5pPr>
              <a:buNone/>
              <a:defRPr sz="1425" b="0">
                <a:solidFill>
                  <a:srgbClr val="C9E5DE"/>
                </a:solidFill>
                <a:latin typeface="Arial Unicode MS"/>
                <a:ea typeface="Arial Unicode MS"/>
                <a:cs typeface="Arial Unicode MS"/>
              </a:defRPr>
            </a:lvl5pPr>
            <a:lvl6pPr>
              <a:buNone/>
              <a:defRPr sz="1425" b="0">
                <a:solidFill>
                  <a:srgbClr val="C9E5DE"/>
                </a:solidFill>
                <a:latin typeface="Arial Unicode MS"/>
                <a:ea typeface="Arial Unicode MS"/>
                <a:cs typeface="Arial Unicode MS"/>
              </a:defRPr>
            </a:lvl6pPr>
            <a:lvl7pPr>
              <a:buNone/>
              <a:defRPr sz="1425" b="0">
                <a:solidFill>
                  <a:srgbClr val="C9E5DE"/>
                </a:solidFill>
                <a:latin typeface="Arial Unicode MS"/>
                <a:ea typeface="Arial Unicode MS"/>
                <a:cs typeface="Arial Unicode MS"/>
              </a:defRPr>
            </a:lvl7pPr>
            <a:lvl8pPr>
              <a:buNone/>
              <a:defRPr sz="1425" b="0">
                <a:solidFill>
                  <a:srgbClr val="C9E5DE"/>
                </a:solidFill>
                <a:latin typeface="Arial Unicode MS"/>
                <a:ea typeface="Arial Unicode MS"/>
                <a:cs typeface="Arial Unicode MS"/>
              </a:defRPr>
            </a:lvl8pPr>
            <a:lvl9pPr>
              <a:buNone/>
              <a:defRPr sz="1425" b="0">
                <a:solidFill>
                  <a:srgbClr val="C9E5DE"/>
                </a:solidFill>
                <a:latin typeface="Arial Unicode MS"/>
                <a:ea typeface="Arial Unicode MS"/>
                <a:cs typeface="Arial Unicode MS"/>
              </a:defRPr>
            </a:lvl9pPr>
          </a:lstStyle>
          <a:p xmlns:a="http://schemas.openxmlformats.org/drawingml/2006/main">
            <a:pPr>
              <a:buNone/>
              <a:defRPr sz="1425" b="0">
                <a:solidFill>
                  <a:srgbClr val="C9E5DE"/>
                </a:solidFill>
                <a:latin typeface="Arial Unicode MS"/>
                <a:ea typeface="Arial Unicode MS"/>
                <a:cs typeface="Arial Unicode MS"/>
              </a:defRPr>
            </a:pPr>
            <a:r>
              <a:rPr sz="1425" b="0">
                <a:solidFill>
                  <a:srgbClr val="C9E5DE"/>
                </a:solidFill>
                <a:latin typeface="Arial Unicode MS"/>
                <a:ea typeface="Arial Unicode MS"/>
                <a:cs typeface="Arial Unicode MS"/>
              </a:rPr>
              <a:t>G077 문성도   /   선택 과제 2   /   AI 서비스 Mini Project</a:t>
            </a:r>
          </a:p>
        </p:txBody>
      </p:sp>
      <p:sp>
        <p:nvSpPr>
          <p:cNvPr id="5" name="presentation-plan">
            <a:extLst xmlns:a="http://schemas.openxmlformats.org/drawingml/2006/main">
              <a:ext uri="{FF2B5EF4-FFF2-40B4-BE49-F238E27FC236}">
                <a16:creationId xmlns:a16="http://schemas.microsoft.com/office/drawing/2014/main" id="{C060535B-B7E8-4F28-9DEB-1C9A8CA40707}"/>
              </a:ext>
            </a:extLst>
          </p:cNvPr>
          <p:cNvSpPr>
            <a:spLocks xmlns:a="http://schemas.openxmlformats.org/drawingml/2006/main" noGrp="1"/>
          </p:cNvSpPr>
          <p:nvPr/>
        </p:nvSpPr>
        <p:spPr>
          <a:xfrm xmlns:a="http://schemas.openxmlformats.org/drawingml/2006/main">
            <a:off x="723900" y="5172075"/>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B7CFC9"/>
                </a:solidFill>
                <a:latin typeface="Arial Unicode MS"/>
                <a:ea typeface="Arial Unicode MS"/>
                <a:cs typeface="Arial Unicode MS"/>
              </a:defRPr>
            </a:defPPr>
            <a:lvl1pPr>
              <a:buNone/>
              <a:defRPr sz="1725" b="0">
                <a:solidFill>
                  <a:srgbClr val="B7CFC9"/>
                </a:solidFill>
                <a:latin typeface="Arial Unicode MS"/>
                <a:ea typeface="Arial Unicode MS"/>
                <a:cs typeface="Arial Unicode MS"/>
              </a:defRPr>
            </a:lvl1pPr>
            <a:lvl2pPr>
              <a:buNone/>
              <a:defRPr sz="1725" b="0">
                <a:solidFill>
                  <a:srgbClr val="B7CFC9"/>
                </a:solidFill>
                <a:latin typeface="Arial Unicode MS"/>
                <a:ea typeface="Arial Unicode MS"/>
                <a:cs typeface="Arial Unicode MS"/>
              </a:defRPr>
            </a:lvl2pPr>
            <a:lvl3pPr>
              <a:buNone/>
              <a:defRPr sz="1725" b="0">
                <a:solidFill>
                  <a:srgbClr val="B7CFC9"/>
                </a:solidFill>
                <a:latin typeface="Arial Unicode MS"/>
                <a:ea typeface="Arial Unicode MS"/>
                <a:cs typeface="Arial Unicode MS"/>
              </a:defRPr>
            </a:lvl3pPr>
            <a:lvl4pPr>
              <a:buNone/>
              <a:defRPr sz="1725" b="0">
                <a:solidFill>
                  <a:srgbClr val="B7CFC9"/>
                </a:solidFill>
                <a:latin typeface="Arial Unicode MS"/>
                <a:ea typeface="Arial Unicode MS"/>
                <a:cs typeface="Arial Unicode MS"/>
              </a:defRPr>
            </a:lvl4pPr>
            <a:lvl5pPr>
              <a:buNone/>
              <a:defRPr sz="1725" b="0">
                <a:solidFill>
                  <a:srgbClr val="B7CFC9"/>
                </a:solidFill>
                <a:latin typeface="Arial Unicode MS"/>
                <a:ea typeface="Arial Unicode MS"/>
                <a:cs typeface="Arial Unicode MS"/>
              </a:defRPr>
            </a:lvl5pPr>
            <a:lvl6pPr>
              <a:buNone/>
              <a:defRPr sz="1725" b="0">
                <a:solidFill>
                  <a:srgbClr val="B7CFC9"/>
                </a:solidFill>
                <a:latin typeface="Arial Unicode MS"/>
                <a:ea typeface="Arial Unicode MS"/>
                <a:cs typeface="Arial Unicode MS"/>
              </a:defRPr>
            </a:lvl6pPr>
            <a:lvl7pPr>
              <a:buNone/>
              <a:defRPr sz="1725" b="0">
                <a:solidFill>
                  <a:srgbClr val="B7CFC9"/>
                </a:solidFill>
                <a:latin typeface="Arial Unicode MS"/>
                <a:ea typeface="Arial Unicode MS"/>
                <a:cs typeface="Arial Unicode MS"/>
              </a:defRPr>
            </a:lvl7pPr>
            <a:lvl8pPr>
              <a:buNone/>
              <a:defRPr sz="1725" b="0">
                <a:solidFill>
                  <a:srgbClr val="B7CFC9"/>
                </a:solidFill>
                <a:latin typeface="Arial Unicode MS"/>
                <a:ea typeface="Arial Unicode MS"/>
                <a:cs typeface="Arial Unicode MS"/>
              </a:defRPr>
            </a:lvl8pPr>
            <a:lvl9pPr>
              <a:buNone/>
              <a:defRPr sz="1725" b="0">
                <a:solidFill>
                  <a:srgbClr val="B7CFC9"/>
                </a:solidFill>
                <a:latin typeface="Arial Unicode MS"/>
                <a:ea typeface="Arial Unicode MS"/>
                <a:cs typeface="Arial Unicode MS"/>
              </a:defRPr>
            </a:lvl9pPr>
          </a:lstStyle>
          <a:p xmlns:a="http://schemas.openxmlformats.org/drawingml/2006/main">
            <a:pPr>
              <a:buNone/>
              <a:defRPr sz="1725" b="0">
                <a:solidFill>
                  <a:srgbClr val="B7CFC9"/>
                </a:solidFill>
                <a:latin typeface="Arial Unicode MS"/>
                <a:ea typeface="Arial Unicode MS"/>
                <a:cs typeface="Arial Unicode MS"/>
              </a:defRPr>
            </a:pPr>
            <a:r>
              <a:rPr sz="1725" b="0">
                <a:solidFill>
                  <a:srgbClr val="B7CFC9"/>
                </a:solidFill>
                <a:latin typeface="Arial Unicode MS"/>
                <a:ea typeface="Arial Unicode MS"/>
                <a:cs typeface="Arial Unicode MS"/>
              </a:rPr>
              <a:t>주제·결과 2분  +  실행 흐름·코드 3분</a:t>
            </a:r>
          </a:p>
        </p:txBody>
      </p:sp>
    </p:spTree>
    <p:extLst>
      <p:ext uri="{BB962C8B-B14F-4D97-AF65-F5344CB8AC3E}">
        <p14:creationId xmlns:p14="http://schemas.microsoft.com/office/powerpoint/2010/main" val="1149340861"/>
      </p:ext>
    </p:extLst>
  </p:cSld>
</p:sld>
</file>

<file path=ppt/slides/slide2.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0" name="heading">
            <a:extLst xmlns:a="http://schemas.openxmlformats.org/drawingml/2006/main">
              <a:ext uri="{FF2B5EF4-FFF2-40B4-BE49-F238E27FC236}">
                <a16:creationId xmlns:a16="http://schemas.microsoft.com/office/drawing/2014/main" id="{D98DE662-870A-4026-8E31-664821A82033}"/>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문제와 사용 시점</a:t>
            </a:r>
          </a:p>
        </p:txBody>
      </p:sp>
      <p:sp>
        <p:nvSpPr>
          <p:cNvPr id="2" name="page">
            <a:extLst xmlns:a="http://schemas.openxmlformats.org/drawingml/2006/main">
              <a:ext uri="{FF2B5EF4-FFF2-40B4-BE49-F238E27FC236}">
                <a16:creationId xmlns:a16="http://schemas.microsoft.com/office/drawing/2014/main" id="{9374BA02-28D8-4350-B84B-E386A39199C0}"/>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02</a:t>
            </a:r>
          </a:p>
        </p:txBody>
      </p:sp>
      <p:sp>
        <p:nvSpPr>
          <p:cNvPr id="3" name="when">
            <a:extLst xmlns:a="http://schemas.openxmlformats.org/drawingml/2006/main">
              <a:ext uri="{FF2B5EF4-FFF2-40B4-BE49-F238E27FC236}">
                <a16:creationId xmlns:a16="http://schemas.microsoft.com/office/drawing/2014/main" id="{03EDD353-7DFE-41E8-8BDE-1AA17B4FD904}"/>
              </a:ext>
            </a:extLst>
          </p:cNvPr>
          <p:cNvSpPr>
            <a:spLocks xmlns:a="http://schemas.openxmlformats.org/drawingml/2006/main" noGrp="1"/>
          </p:cNvSpPr>
          <p:nvPr/>
        </p:nvSpPr>
        <p:spPr>
          <a:xfrm xmlns:a="http://schemas.openxmlformats.org/drawingml/2006/main">
            <a:off x="609600" y="1838325"/>
            <a:ext cx="4572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73C46"/>
                </a:solidFill>
                <a:latin typeface="Arial Unicode MS"/>
                <a:ea typeface="Arial Unicode MS"/>
                <a:cs typeface="Arial Unicode MS"/>
              </a:defRPr>
            </a:defPPr>
            <a:lvl1pPr>
              <a:buNone/>
              <a:defRPr sz="2850" b="1">
                <a:solidFill>
                  <a:srgbClr val="173C46"/>
                </a:solidFill>
                <a:latin typeface="Arial Unicode MS"/>
                <a:ea typeface="Arial Unicode MS"/>
                <a:cs typeface="Arial Unicode MS"/>
              </a:defRPr>
            </a:lvl1pPr>
            <a:lvl2pPr>
              <a:buNone/>
              <a:defRPr sz="2850" b="1">
                <a:solidFill>
                  <a:srgbClr val="173C46"/>
                </a:solidFill>
                <a:latin typeface="Arial Unicode MS"/>
                <a:ea typeface="Arial Unicode MS"/>
                <a:cs typeface="Arial Unicode MS"/>
              </a:defRPr>
            </a:lvl2pPr>
            <a:lvl3pPr>
              <a:buNone/>
              <a:defRPr sz="2850" b="1">
                <a:solidFill>
                  <a:srgbClr val="173C46"/>
                </a:solidFill>
                <a:latin typeface="Arial Unicode MS"/>
                <a:ea typeface="Arial Unicode MS"/>
                <a:cs typeface="Arial Unicode MS"/>
              </a:defRPr>
            </a:lvl3pPr>
            <a:lvl4pPr>
              <a:buNone/>
              <a:defRPr sz="2850" b="1">
                <a:solidFill>
                  <a:srgbClr val="173C46"/>
                </a:solidFill>
                <a:latin typeface="Arial Unicode MS"/>
                <a:ea typeface="Arial Unicode MS"/>
                <a:cs typeface="Arial Unicode MS"/>
              </a:defRPr>
            </a:lvl4pPr>
            <a:lvl5pPr>
              <a:buNone/>
              <a:defRPr sz="2850" b="1">
                <a:solidFill>
                  <a:srgbClr val="173C46"/>
                </a:solidFill>
                <a:latin typeface="Arial Unicode MS"/>
                <a:ea typeface="Arial Unicode MS"/>
                <a:cs typeface="Arial Unicode MS"/>
              </a:defRPr>
            </a:lvl5pPr>
            <a:lvl6pPr>
              <a:buNone/>
              <a:defRPr sz="2850" b="1">
                <a:solidFill>
                  <a:srgbClr val="173C46"/>
                </a:solidFill>
                <a:latin typeface="Arial Unicode MS"/>
                <a:ea typeface="Arial Unicode MS"/>
                <a:cs typeface="Arial Unicode MS"/>
              </a:defRPr>
            </a:lvl6pPr>
            <a:lvl7pPr>
              <a:buNone/>
              <a:defRPr sz="2850" b="1">
                <a:solidFill>
                  <a:srgbClr val="173C46"/>
                </a:solidFill>
                <a:latin typeface="Arial Unicode MS"/>
                <a:ea typeface="Arial Unicode MS"/>
                <a:cs typeface="Arial Unicode MS"/>
              </a:defRPr>
            </a:lvl7pPr>
            <a:lvl8pPr>
              <a:buNone/>
              <a:defRPr sz="2850" b="1">
                <a:solidFill>
                  <a:srgbClr val="173C46"/>
                </a:solidFill>
                <a:latin typeface="Arial Unicode MS"/>
                <a:ea typeface="Arial Unicode MS"/>
                <a:cs typeface="Arial Unicode MS"/>
              </a:defRPr>
            </a:lvl8pPr>
            <a:lvl9pPr>
              <a:buNone/>
              <a:defRPr sz="2850" b="1">
                <a:solidFill>
                  <a:srgbClr val="173C46"/>
                </a:solidFill>
                <a:latin typeface="Arial Unicode MS"/>
                <a:ea typeface="Arial Unicode MS"/>
                <a:cs typeface="Arial Unicode MS"/>
              </a:defRPr>
            </a:lvl9pPr>
          </a:lstStyle>
          <a:p xmlns:a="http://schemas.openxmlformats.org/drawingml/2006/main">
            <a:pPr>
              <a:buNone/>
              <a:defRPr sz="2850" b="1">
                <a:solidFill>
                  <a:srgbClr val="173C46"/>
                </a:solidFill>
                <a:latin typeface="Arial Unicode MS"/>
                <a:ea typeface="Arial Unicode MS"/>
                <a:cs typeface="Arial Unicode MS"/>
              </a:defRPr>
            </a:pPr>
            <a:r>
              <a:rPr sz="2850" b="1">
                <a:solidFill>
                  <a:srgbClr val="173C46"/>
                </a:solidFill>
                <a:latin typeface="Arial Unicode MS"/>
                <a:ea typeface="Arial Unicode MS"/>
                <a:cs typeface="Arial Unicode MS"/>
              </a:rPr>
              <a:t>수주 확정 후</a:t>
            </a:r>
          </a:p>
          <a:p xmlns:a="http://schemas.openxmlformats.org/drawingml/2006/main">
            <a:pPr>
              <a:buNone/>
              <a:defRPr sz="2850" b="1">
                <a:solidFill>
                  <a:srgbClr val="173C46"/>
                </a:solidFill>
                <a:latin typeface="Arial Unicode MS"/>
                <a:ea typeface="Arial Unicode MS"/>
                <a:cs typeface="Arial Unicode MS"/>
              </a:defRPr>
            </a:pPr>
            <a:r>
              <a:rPr sz="2850" b="1">
                <a:solidFill>
                  <a:srgbClr val="173C46"/>
                </a:solidFill>
                <a:latin typeface="Arial Unicode MS"/>
                <a:ea typeface="Arial Unicode MS"/>
                <a:cs typeface="Arial Unicode MS"/>
              </a:rPr>
              <a:t>기술 인계회의 전</a:t>
            </a:r>
          </a:p>
        </p:txBody>
      </p:sp>
      <p:sp>
        <p:nvSpPr>
          <p:cNvPr id="4" name="why">
            <a:extLst xmlns:a="http://schemas.openxmlformats.org/drawingml/2006/main">
              <a:ext uri="{FF2B5EF4-FFF2-40B4-BE49-F238E27FC236}">
                <a16:creationId xmlns:a16="http://schemas.microsoft.com/office/drawing/2014/main" id="{C3B50A92-09E6-41C4-A349-E8FB97AB8F72}"/>
              </a:ext>
            </a:extLst>
          </p:cNvPr>
          <p:cNvSpPr>
            <a:spLocks xmlns:a="http://schemas.openxmlformats.org/drawingml/2006/main" noGrp="1"/>
          </p:cNvSpPr>
          <p:nvPr/>
        </p:nvSpPr>
        <p:spPr>
          <a:xfrm xmlns:a="http://schemas.openxmlformats.org/drawingml/2006/main">
            <a:off x="609600" y="3552825"/>
            <a:ext cx="4667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73C46"/>
                </a:solidFill>
                <a:latin typeface="Arial Unicode MS"/>
                <a:ea typeface="Arial Unicode MS"/>
                <a:cs typeface="Arial Unicode MS"/>
              </a:defRPr>
            </a:defPPr>
            <a:lvl1pPr>
              <a:buNone/>
              <a:defRPr sz="2025" b="0">
                <a:solidFill>
                  <a:srgbClr val="173C46"/>
                </a:solidFill>
                <a:latin typeface="Arial Unicode MS"/>
                <a:ea typeface="Arial Unicode MS"/>
                <a:cs typeface="Arial Unicode MS"/>
              </a:defRPr>
            </a:lvl1pPr>
            <a:lvl2pPr>
              <a:buNone/>
              <a:defRPr sz="2025" b="0">
                <a:solidFill>
                  <a:srgbClr val="173C46"/>
                </a:solidFill>
                <a:latin typeface="Arial Unicode MS"/>
                <a:ea typeface="Arial Unicode MS"/>
                <a:cs typeface="Arial Unicode MS"/>
              </a:defRPr>
            </a:lvl2pPr>
            <a:lvl3pPr>
              <a:buNone/>
              <a:defRPr sz="2025" b="0">
                <a:solidFill>
                  <a:srgbClr val="173C46"/>
                </a:solidFill>
                <a:latin typeface="Arial Unicode MS"/>
                <a:ea typeface="Arial Unicode MS"/>
                <a:cs typeface="Arial Unicode MS"/>
              </a:defRPr>
            </a:lvl3pPr>
            <a:lvl4pPr>
              <a:buNone/>
              <a:defRPr sz="2025" b="0">
                <a:solidFill>
                  <a:srgbClr val="173C46"/>
                </a:solidFill>
                <a:latin typeface="Arial Unicode MS"/>
                <a:ea typeface="Arial Unicode MS"/>
                <a:cs typeface="Arial Unicode MS"/>
              </a:defRPr>
            </a:lvl4pPr>
            <a:lvl5pPr>
              <a:buNone/>
              <a:defRPr sz="2025" b="0">
                <a:solidFill>
                  <a:srgbClr val="173C46"/>
                </a:solidFill>
                <a:latin typeface="Arial Unicode MS"/>
                <a:ea typeface="Arial Unicode MS"/>
                <a:cs typeface="Arial Unicode MS"/>
              </a:defRPr>
            </a:lvl5pPr>
            <a:lvl6pPr>
              <a:buNone/>
              <a:defRPr sz="2025" b="0">
                <a:solidFill>
                  <a:srgbClr val="173C46"/>
                </a:solidFill>
                <a:latin typeface="Arial Unicode MS"/>
                <a:ea typeface="Arial Unicode MS"/>
                <a:cs typeface="Arial Unicode MS"/>
              </a:defRPr>
            </a:lvl6pPr>
            <a:lvl7pPr>
              <a:buNone/>
              <a:defRPr sz="2025" b="0">
                <a:solidFill>
                  <a:srgbClr val="173C46"/>
                </a:solidFill>
                <a:latin typeface="Arial Unicode MS"/>
                <a:ea typeface="Arial Unicode MS"/>
                <a:cs typeface="Arial Unicode MS"/>
              </a:defRPr>
            </a:lvl7pPr>
            <a:lvl8pPr>
              <a:buNone/>
              <a:defRPr sz="2025" b="0">
                <a:solidFill>
                  <a:srgbClr val="173C46"/>
                </a:solidFill>
                <a:latin typeface="Arial Unicode MS"/>
                <a:ea typeface="Arial Unicode MS"/>
                <a:cs typeface="Arial Unicode MS"/>
              </a:defRPr>
            </a:lvl8pPr>
            <a:lvl9pPr>
              <a:buNone/>
              <a:defRPr sz="2025" b="0">
                <a:solidFill>
                  <a:srgbClr val="173C46"/>
                </a:solidFill>
                <a:latin typeface="Arial Unicode MS"/>
                <a:ea typeface="Arial Unicode MS"/>
                <a:cs typeface="Arial Unicode MS"/>
              </a:defRPr>
            </a:lvl9pPr>
          </a:lstStyle>
          <a:p xmlns:a="http://schemas.openxmlformats.org/drawingml/2006/main">
            <a:pPr>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상세 설계와 구매로 넘기기 전에</a:t>
            </a:r>
          </a:p>
          <a:p xmlns:a="http://schemas.openxmlformats.org/drawingml/2006/main">
            <a:pPr>
              <a:buNone/>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최신 요구사항의 반영 여부를 확인합니다.</a:t>
            </a:r>
          </a:p>
        </p:txBody>
      </p:sp>
      <p:sp>
        <p:nvSpPr>
          <p:cNvPr id="5" name="req-label">
            <a:extLst xmlns:a="http://schemas.openxmlformats.org/drawingml/2006/main">
              <a:ext uri="{FF2B5EF4-FFF2-40B4-BE49-F238E27FC236}">
                <a16:creationId xmlns:a16="http://schemas.microsoft.com/office/drawing/2014/main" id="{A421EB30-D07F-41B4-81B6-CEA15FB3680E}"/>
              </a:ext>
            </a:extLst>
          </p:cNvPr>
          <p:cNvSpPr>
            <a:spLocks xmlns:a="http://schemas.openxmlformats.org/drawingml/2006/main" noGrp="1"/>
          </p:cNvSpPr>
          <p:nvPr/>
        </p:nvSpPr>
        <p:spPr>
          <a:xfrm xmlns:a="http://schemas.openxmlformats.org/drawingml/2006/main">
            <a:off x="6486525" y="18764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53676D"/>
                </a:solidFill>
                <a:latin typeface="Arial Unicode MS"/>
                <a:ea typeface="Arial Unicode MS"/>
                <a:cs typeface="Arial Unicode MS"/>
              </a:defRPr>
            </a:defPPr>
            <a:lvl1pPr>
              <a:buNone/>
              <a:defRPr sz="1950" b="0">
                <a:solidFill>
                  <a:srgbClr val="53676D"/>
                </a:solidFill>
                <a:latin typeface="Arial Unicode MS"/>
                <a:ea typeface="Arial Unicode MS"/>
                <a:cs typeface="Arial Unicode MS"/>
              </a:defRPr>
            </a:lvl1pPr>
            <a:lvl2pPr>
              <a:buNone/>
              <a:defRPr sz="1950" b="0">
                <a:solidFill>
                  <a:srgbClr val="53676D"/>
                </a:solidFill>
                <a:latin typeface="Arial Unicode MS"/>
                <a:ea typeface="Arial Unicode MS"/>
                <a:cs typeface="Arial Unicode MS"/>
              </a:defRPr>
            </a:lvl2pPr>
            <a:lvl3pPr>
              <a:buNone/>
              <a:defRPr sz="1950" b="0">
                <a:solidFill>
                  <a:srgbClr val="53676D"/>
                </a:solidFill>
                <a:latin typeface="Arial Unicode MS"/>
                <a:ea typeface="Arial Unicode MS"/>
                <a:cs typeface="Arial Unicode MS"/>
              </a:defRPr>
            </a:lvl3pPr>
            <a:lvl4pPr>
              <a:buNone/>
              <a:defRPr sz="1950" b="0">
                <a:solidFill>
                  <a:srgbClr val="53676D"/>
                </a:solidFill>
                <a:latin typeface="Arial Unicode MS"/>
                <a:ea typeface="Arial Unicode MS"/>
                <a:cs typeface="Arial Unicode MS"/>
              </a:defRPr>
            </a:lvl4pPr>
            <a:lvl5pPr>
              <a:buNone/>
              <a:defRPr sz="1950" b="0">
                <a:solidFill>
                  <a:srgbClr val="53676D"/>
                </a:solidFill>
                <a:latin typeface="Arial Unicode MS"/>
                <a:ea typeface="Arial Unicode MS"/>
                <a:cs typeface="Arial Unicode MS"/>
              </a:defRPr>
            </a:lvl5pPr>
            <a:lvl6pPr>
              <a:buNone/>
              <a:defRPr sz="1950" b="0">
                <a:solidFill>
                  <a:srgbClr val="53676D"/>
                </a:solidFill>
                <a:latin typeface="Arial Unicode MS"/>
                <a:ea typeface="Arial Unicode MS"/>
                <a:cs typeface="Arial Unicode MS"/>
              </a:defRPr>
            </a:lvl6pPr>
            <a:lvl7pPr>
              <a:buNone/>
              <a:defRPr sz="1950" b="0">
                <a:solidFill>
                  <a:srgbClr val="53676D"/>
                </a:solidFill>
                <a:latin typeface="Arial Unicode MS"/>
                <a:ea typeface="Arial Unicode MS"/>
                <a:cs typeface="Arial Unicode MS"/>
              </a:defRPr>
            </a:lvl7pPr>
            <a:lvl8pPr>
              <a:buNone/>
              <a:defRPr sz="1950" b="0">
                <a:solidFill>
                  <a:srgbClr val="53676D"/>
                </a:solidFill>
                <a:latin typeface="Arial Unicode MS"/>
                <a:ea typeface="Arial Unicode MS"/>
                <a:cs typeface="Arial Unicode MS"/>
              </a:defRPr>
            </a:lvl8pPr>
            <a:lvl9pPr>
              <a:buNone/>
              <a:defRPr sz="1950" b="0">
                <a:solidFill>
                  <a:srgbClr val="53676D"/>
                </a:solidFill>
                <a:latin typeface="Arial Unicode MS"/>
                <a:ea typeface="Arial Unicode MS"/>
                <a:cs typeface="Arial Unicode MS"/>
              </a:defRPr>
            </a:lvl9pPr>
          </a:lstStyle>
          <a:p xmlns:a="http://schemas.openxmlformats.org/drawingml/2006/main">
            <a:pPr>
              <a:buNone/>
              <a:defRPr sz="1950" b="0">
                <a:solidFill>
                  <a:srgbClr val="53676D"/>
                </a:solidFill>
                <a:latin typeface="Arial Unicode MS"/>
                <a:ea typeface="Arial Unicode MS"/>
                <a:cs typeface="Arial Unicode MS"/>
              </a:defRPr>
            </a:pPr>
            <a:r>
              <a:rPr sz="1950" b="0">
                <a:solidFill>
                  <a:srgbClr val="53676D"/>
                </a:solidFill>
                <a:latin typeface="Arial Unicode MS"/>
                <a:ea typeface="Arial Unicode MS"/>
                <a:cs typeface="Arial Unicode MS"/>
              </a:rPr>
              <a:t>변경 합의서의 요구</a:t>
            </a:r>
          </a:p>
        </p:txBody>
      </p:sp>
      <p:sp>
        <p:nvSpPr>
          <p:cNvPr id="6" name="req">
            <a:extLst xmlns:a="http://schemas.openxmlformats.org/drawingml/2006/main">
              <a:ext uri="{FF2B5EF4-FFF2-40B4-BE49-F238E27FC236}">
                <a16:creationId xmlns:a16="http://schemas.microsoft.com/office/drawing/2014/main" id="{372FEBDA-22CF-411F-B408-97FEE2FB7513}"/>
              </a:ext>
            </a:extLst>
          </p:cNvPr>
          <p:cNvSpPr>
            <a:spLocks xmlns:a="http://schemas.openxmlformats.org/drawingml/2006/main" noGrp="1"/>
          </p:cNvSpPr>
          <p:nvPr/>
        </p:nvSpPr>
        <p:spPr>
          <a:xfrm xmlns:a="http://schemas.openxmlformats.org/drawingml/2006/main">
            <a:off x="6486525" y="2409825"/>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15796D"/>
                </a:solidFill>
                <a:latin typeface="Arial Unicode MS"/>
                <a:ea typeface="Arial Unicode MS"/>
                <a:cs typeface="Arial Unicode MS"/>
              </a:defRPr>
            </a:defPPr>
            <a:lvl1pPr>
              <a:buNone/>
              <a:defRPr sz="5100" b="1">
                <a:solidFill>
                  <a:srgbClr val="15796D"/>
                </a:solidFill>
                <a:latin typeface="Arial Unicode MS"/>
                <a:ea typeface="Arial Unicode MS"/>
                <a:cs typeface="Arial Unicode MS"/>
              </a:defRPr>
            </a:lvl1pPr>
            <a:lvl2pPr>
              <a:buNone/>
              <a:defRPr sz="5100" b="1">
                <a:solidFill>
                  <a:srgbClr val="15796D"/>
                </a:solidFill>
                <a:latin typeface="Arial Unicode MS"/>
                <a:ea typeface="Arial Unicode MS"/>
                <a:cs typeface="Arial Unicode MS"/>
              </a:defRPr>
            </a:lvl2pPr>
            <a:lvl3pPr>
              <a:buNone/>
              <a:defRPr sz="5100" b="1">
                <a:solidFill>
                  <a:srgbClr val="15796D"/>
                </a:solidFill>
                <a:latin typeface="Arial Unicode MS"/>
                <a:ea typeface="Arial Unicode MS"/>
                <a:cs typeface="Arial Unicode MS"/>
              </a:defRPr>
            </a:lvl3pPr>
            <a:lvl4pPr>
              <a:buNone/>
              <a:defRPr sz="5100" b="1">
                <a:solidFill>
                  <a:srgbClr val="15796D"/>
                </a:solidFill>
                <a:latin typeface="Arial Unicode MS"/>
                <a:ea typeface="Arial Unicode MS"/>
                <a:cs typeface="Arial Unicode MS"/>
              </a:defRPr>
            </a:lvl4pPr>
            <a:lvl5pPr>
              <a:buNone/>
              <a:defRPr sz="5100" b="1">
                <a:solidFill>
                  <a:srgbClr val="15796D"/>
                </a:solidFill>
                <a:latin typeface="Arial Unicode MS"/>
                <a:ea typeface="Arial Unicode MS"/>
                <a:cs typeface="Arial Unicode MS"/>
              </a:defRPr>
            </a:lvl5pPr>
            <a:lvl6pPr>
              <a:buNone/>
              <a:defRPr sz="5100" b="1">
                <a:solidFill>
                  <a:srgbClr val="15796D"/>
                </a:solidFill>
                <a:latin typeface="Arial Unicode MS"/>
                <a:ea typeface="Arial Unicode MS"/>
                <a:cs typeface="Arial Unicode MS"/>
              </a:defRPr>
            </a:lvl6pPr>
            <a:lvl7pPr>
              <a:buNone/>
              <a:defRPr sz="5100" b="1">
                <a:solidFill>
                  <a:srgbClr val="15796D"/>
                </a:solidFill>
                <a:latin typeface="Arial Unicode MS"/>
                <a:ea typeface="Arial Unicode MS"/>
                <a:cs typeface="Arial Unicode MS"/>
              </a:defRPr>
            </a:lvl7pPr>
            <a:lvl8pPr>
              <a:buNone/>
              <a:defRPr sz="5100" b="1">
                <a:solidFill>
                  <a:srgbClr val="15796D"/>
                </a:solidFill>
                <a:latin typeface="Arial Unicode MS"/>
                <a:ea typeface="Arial Unicode MS"/>
                <a:cs typeface="Arial Unicode MS"/>
              </a:defRPr>
            </a:lvl8pPr>
            <a:lvl9pPr>
              <a:buNone/>
              <a:defRPr sz="5100" b="1">
                <a:solidFill>
                  <a:srgbClr val="15796D"/>
                </a:solidFill>
                <a:latin typeface="Arial Unicode MS"/>
                <a:ea typeface="Arial Unicode MS"/>
                <a:cs typeface="Arial Unicode MS"/>
              </a:defRPr>
            </a:lvl9pPr>
          </a:lstStyle>
          <a:p xmlns:a="http://schemas.openxmlformats.org/drawingml/2006/main">
            <a:pPr>
              <a:buNone/>
              <a:defRPr sz="5100" b="1">
                <a:solidFill>
                  <a:srgbClr val="15796D"/>
                </a:solidFill>
                <a:latin typeface="Arial Unicode MS"/>
                <a:ea typeface="Arial Unicode MS"/>
                <a:cs typeface="Arial Unicode MS"/>
              </a:defRPr>
            </a:pPr>
            <a:r>
              <a:rPr sz="5100" b="1">
                <a:solidFill>
                  <a:srgbClr val="15796D"/>
                </a:solidFill>
                <a:latin typeface="Arial Unicode MS"/>
                <a:ea typeface="Arial Unicode MS"/>
                <a:cs typeface="Arial Unicode MS"/>
              </a:rPr>
              <a:t>440 V</a:t>
            </a:r>
          </a:p>
        </p:txBody>
      </p:sp>
      <p:sp>
        <p:nvSpPr>
          <p:cNvPr id="7" name="actual-label">
            <a:extLst xmlns:a="http://schemas.openxmlformats.org/drawingml/2006/main">
              <a:ext uri="{FF2B5EF4-FFF2-40B4-BE49-F238E27FC236}">
                <a16:creationId xmlns:a16="http://schemas.microsoft.com/office/drawing/2014/main" id="{00D7BD91-A8DA-435F-99CF-8EC8D6697276}"/>
              </a:ext>
            </a:extLst>
          </p:cNvPr>
          <p:cNvSpPr>
            <a:spLocks xmlns:a="http://schemas.openxmlformats.org/drawingml/2006/main" noGrp="1"/>
          </p:cNvSpPr>
          <p:nvPr/>
        </p:nvSpPr>
        <p:spPr>
          <a:xfrm xmlns:a="http://schemas.openxmlformats.org/drawingml/2006/main">
            <a:off x="6486525" y="3695700"/>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0">
                <a:solidFill>
                  <a:srgbClr val="53676D"/>
                </a:solidFill>
                <a:latin typeface="Arial Unicode MS"/>
                <a:ea typeface="Arial Unicode MS"/>
                <a:cs typeface="Arial Unicode MS"/>
              </a:defRPr>
            </a:defPPr>
            <a:lvl1pPr>
              <a:buNone/>
              <a:defRPr sz="1950" b="0">
                <a:solidFill>
                  <a:srgbClr val="53676D"/>
                </a:solidFill>
                <a:latin typeface="Arial Unicode MS"/>
                <a:ea typeface="Arial Unicode MS"/>
                <a:cs typeface="Arial Unicode MS"/>
              </a:defRPr>
            </a:lvl1pPr>
            <a:lvl2pPr>
              <a:buNone/>
              <a:defRPr sz="1950" b="0">
                <a:solidFill>
                  <a:srgbClr val="53676D"/>
                </a:solidFill>
                <a:latin typeface="Arial Unicode MS"/>
                <a:ea typeface="Arial Unicode MS"/>
                <a:cs typeface="Arial Unicode MS"/>
              </a:defRPr>
            </a:lvl2pPr>
            <a:lvl3pPr>
              <a:buNone/>
              <a:defRPr sz="1950" b="0">
                <a:solidFill>
                  <a:srgbClr val="53676D"/>
                </a:solidFill>
                <a:latin typeface="Arial Unicode MS"/>
                <a:ea typeface="Arial Unicode MS"/>
                <a:cs typeface="Arial Unicode MS"/>
              </a:defRPr>
            </a:lvl3pPr>
            <a:lvl4pPr>
              <a:buNone/>
              <a:defRPr sz="1950" b="0">
                <a:solidFill>
                  <a:srgbClr val="53676D"/>
                </a:solidFill>
                <a:latin typeface="Arial Unicode MS"/>
                <a:ea typeface="Arial Unicode MS"/>
                <a:cs typeface="Arial Unicode MS"/>
              </a:defRPr>
            </a:lvl4pPr>
            <a:lvl5pPr>
              <a:buNone/>
              <a:defRPr sz="1950" b="0">
                <a:solidFill>
                  <a:srgbClr val="53676D"/>
                </a:solidFill>
                <a:latin typeface="Arial Unicode MS"/>
                <a:ea typeface="Arial Unicode MS"/>
                <a:cs typeface="Arial Unicode MS"/>
              </a:defRPr>
            </a:lvl5pPr>
            <a:lvl6pPr>
              <a:buNone/>
              <a:defRPr sz="1950" b="0">
                <a:solidFill>
                  <a:srgbClr val="53676D"/>
                </a:solidFill>
                <a:latin typeface="Arial Unicode MS"/>
                <a:ea typeface="Arial Unicode MS"/>
                <a:cs typeface="Arial Unicode MS"/>
              </a:defRPr>
            </a:lvl6pPr>
            <a:lvl7pPr>
              <a:buNone/>
              <a:defRPr sz="1950" b="0">
                <a:solidFill>
                  <a:srgbClr val="53676D"/>
                </a:solidFill>
                <a:latin typeface="Arial Unicode MS"/>
                <a:ea typeface="Arial Unicode MS"/>
                <a:cs typeface="Arial Unicode MS"/>
              </a:defRPr>
            </a:lvl7pPr>
            <a:lvl8pPr>
              <a:buNone/>
              <a:defRPr sz="1950" b="0">
                <a:solidFill>
                  <a:srgbClr val="53676D"/>
                </a:solidFill>
                <a:latin typeface="Arial Unicode MS"/>
                <a:ea typeface="Arial Unicode MS"/>
                <a:cs typeface="Arial Unicode MS"/>
              </a:defRPr>
            </a:lvl8pPr>
            <a:lvl9pPr>
              <a:buNone/>
              <a:defRPr sz="1950" b="0">
                <a:solidFill>
                  <a:srgbClr val="53676D"/>
                </a:solidFill>
                <a:latin typeface="Arial Unicode MS"/>
                <a:ea typeface="Arial Unicode MS"/>
                <a:cs typeface="Arial Unicode MS"/>
              </a:defRPr>
            </a:lvl9pPr>
          </a:lstStyle>
          <a:p xmlns:a="http://schemas.openxmlformats.org/drawingml/2006/main">
            <a:pPr>
              <a:buNone/>
              <a:defRPr sz="1950" b="0">
                <a:solidFill>
                  <a:srgbClr val="53676D"/>
                </a:solidFill>
                <a:latin typeface="Arial Unicode MS"/>
                <a:ea typeface="Arial Unicode MS"/>
                <a:cs typeface="Arial Unicode MS"/>
              </a:defRPr>
            </a:pPr>
            <a:r>
              <a:rPr sz="1950" b="0">
                <a:solidFill>
                  <a:srgbClr val="53676D"/>
                </a:solidFill>
                <a:latin typeface="Arial Unicode MS"/>
                <a:ea typeface="Arial Unicode MS"/>
                <a:cs typeface="Arial Unicode MS"/>
              </a:rPr>
              <a:t>내부 인계표에 남은 값</a:t>
            </a:r>
          </a:p>
        </p:txBody>
      </p:sp>
      <p:sp>
        <p:nvSpPr>
          <p:cNvPr id="8" name="actual">
            <a:extLst xmlns:a="http://schemas.openxmlformats.org/drawingml/2006/main">
              <a:ext uri="{FF2B5EF4-FFF2-40B4-BE49-F238E27FC236}">
                <a16:creationId xmlns:a16="http://schemas.microsoft.com/office/drawing/2014/main" id="{2DBCACD7-3AF0-47E1-8103-FE384789E4D9}"/>
              </a:ext>
            </a:extLst>
          </p:cNvPr>
          <p:cNvSpPr>
            <a:spLocks xmlns:a="http://schemas.openxmlformats.org/drawingml/2006/main" noGrp="1"/>
          </p:cNvSpPr>
          <p:nvPr/>
        </p:nvSpPr>
        <p:spPr>
          <a:xfrm xmlns:a="http://schemas.openxmlformats.org/drawingml/2006/main">
            <a:off x="6486525" y="4229100"/>
            <a:ext cx="4667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5100" b="1">
                <a:solidFill>
                  <a:srgbClr val="A54E35"/>
                </a:solidFill>
                <a:latin typeface="Arial Unicode MS"/>
                <a:ea typeface="Arial Unicode MS"/>
                <a:cs typeface="Arial Unicode MS"/>
              </a:defRPr>
            </a:defPPr>
            <a:lvl1pPr>
              <a:buNone/>
              <a:defRPr sz="5100" b="1">
                <a:solidFill>
                  <a:srgbClr val="A54E35"/>
                </a:solidFill>
                <a:latin typeface="Arial Unicode MS"/>
                <a:ea typeface="Arial Unicode MS"/>
                <a:cs typeface="Arial Unicode MS"/>
              </a:defRPr>
            </a:lvl1pPr>
            <a:lvl2pPr>
              <a:buNone/>
              <a:defRPr sz="5100" b="1">
                <a:solidFill>
                  <a:srgbClr val="A54E35"/>
                </a:solidFill>
                <a:latin typeface="Arial Unicode MS"/>
                <a:ea typeface="Arial Unicode MS"/>
                <a:cs typeface="Arial Unicode MS"/>
              </a:defRPr>
            </a:lvl2pPr>
            <a:lvl3pPr>
              <a:buNone/>
              <a:defRPr sz="5100" b="1">
                <a:solidFill>
                  <a:srgbClr val="A54E35"/>
                </a:solidFill>
                <a:latin typeface="Arial Unicode MS"/>
                <a:ea typeface="Arial Unicode MS"/>
                <a:cs typeface="Arial Unicode MS"/>
              </a:defRPr>
            </a:lvl3pPr>
            <a:lvl4pPr>
              <a:buNone/>
              <a:defRPr sz="5100" b="1">
                <a:solidFill>
                  <a:srgbClr val="A54E35"/>
                </a:solidFill>
                <a:latin typeface="Arial Unicode MS"/>
                <a:ea typeface="Arial Unicode MS"/>
                <a:cs typeface="Arial Unicode MS"/>
              </a:defRPr>
            </a:lvl4pPr>
            <a:lvl5pPr>
              <a:buNone/>
              <a:defRPr sz="5100" b="1">
                <a:solidFill>
                  <a:srgbClr val="A54E35"/>
                </a:solidFill>
                <a:latin typeface="Arial Unicode MS"/>
                <a:ea typeface="Arial Unicode MS"/>
                <a:cs typeface="Arial Unicode MS"/>
              </a:defRPr>
            </a:lvl5pPr>
            <a:lvl6pPr>
              <a:buNone/>
              <a:defRPr sz="5100" b="1">
                <a:solidFill>
                  <a:srgbClr val="A54E35"/>
                </a:solidFill>
                <a:latin typeface="Arial Unicode MS"/>
                <a:ea typeface="Arial Unicode MS"/>
                <a:cs typeface="Arial Unicode MS"/>
              </a:defRPr>
            </a:lvl6pPr>
            <a:lvl7pPr>
              <a:buNone/>
              <a:defRPr sz="5100" b="1">
                <a:solidFill>
                  <a:srgbClr val="A54E35"/>
                </a:solidFill>
                <a:latin typeface="Arial Unicode MS"/>
                <a:ea typeface="Arial Unicode MS"/>
                <a:cs typeface="Arial Unicode MS"/>
              </a:defRPr>
            </a:lvl7pPr>
            <a:lvl8pPr>
              <a:buNone/>
              <a:defRPr sz="5100" b="1">
                <a:solidFill>
                  <a:srgbClr val="A54E35"/>
                </a:solidFill>
                <a:latin typeface="Arial Unicode MS"/>
                <a:ea typeface="Arial Unicode MS"/>
                <a:cs typeface="Arial Unicode MS"/>
              </a:defRPr>
            </a:lvl8pPr>
            <a:lvl9pPr>
              <a:buNone/>
              <a:defRPr sz="5100" b="1">
                <a:solidFill>
                  <a:srgbClr val="A54E35"/>
                </a:solidFill>
                <a:latin typeface="Arial Unicode MS"/>
                <a:ea typeface="Arial Unicode MS"/>
                <a:cs typeface="Arial Unicode MS"/>
              </a:defRPr>
            </a:lvl9pPr>
          </a:lstStyle>
          <a:p xmlns:a="http://schemas.openxmlformats.org/drawingml/2006/main">
            <a:pPr>
              <a:buNone/>
              <a:defRPr sz="5100" b="1">
                <a:solidFill>
                  <a:srgbClr val="A54E35"/>
                </a:solidFill>
                <a:latin typeface="Arial Unicode MS"/>
                <a:ea typeface="Arial Unicode MS"/>
                <a:cs typeface="Arial Unicode MS"/>
              </a:defRPr>
            </a:pPr>
            <a:r>
              <a:rPr sz="5100" b="1">
                <a:solidFill>
                  <a:srgbClr val="A54E35"/>
                </a:solidFill>
                <a:latin typeface="Arial Unicode MS"/>
                <a:ea typeface="Arial Unicode MS"/>
                <a:cs typeface="Arial Unicode MS"/>
              </a:rPr>
              <a:t>380 V</a:t>
            </a:r>
          </a:p>
        </p:txBody>
      </p:sp>
      <p:sp>
        <p:nvSpPr>
          <p:cNvPr id="9" name="caveat">
            <a:extLst xmlns:a="http://schemas.openxmlformats.org/drawingml/2006/main">
              <a:ext uri="{FF2B5EF4-FFF2-40B4-BE49-F238E27FC236}">
                <a16:creationId xmlns:a16="http://schemas.microsoft.com/office/drawing/2014/main" id="{8678C2EA-B9FA-42B5-9628-F120974CDFFC}"/>
              </a:ext>
            </a:extLst>
          </p:cNvPr>
          <p:cNvSpPr>
            <a:spLocks xmlns:a="http://schemas.openxmlformats.org/drawingml/2006/main" noGrp="1"/>
          </p:cNvSpPr>
          <p:nvPr/>
        </p:nvSpPr>
        <p:spPr>
          <a:xfrm xmlns:a="http://schemas.openxmlformats.org/drawingml/2006/main">
            <a:off x="609600" y="5905500"/>
            <a:ext cx="1009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팬 보조전원 변경 미반영을 구성한 가상 사례입니다.</a:t>
            </a:r>
          </a:p>
        </p:txBody>
      </p:sp>
    </p:spTree>
    <p:extLst>
      <p:ext uri="{BB962C8B-B14F-4D97-AF65-F5344CB8AC3E}">
        <p14:creationId xmlns:p14="http://schemas.microsoft.com/office/powerpoint/2010/main" val="1610026476"/>
      </p:ext>
    </p:extLst>
  </p:cSld>
</p:sld>
</file>

<file path=ppt/slides/slide3.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heading">
            <a:extLst xmlns:a="http://schemas.openxmlformats.org/drawingml/2006/main">
              <a:ext uri="{FF2B5EF4-FFF2-40B4-BE49-F238E27FC236}">
                <a16:creationId xmlns:a16="http://schemas.microsoft.com/office/drawing/2014/main" id="{3FD61E6B-66F5-4C6E-982E-3CC449D6E67C}"/>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입력 문서와 주요 task</a:t>
            </a:r>
          </a:p>
        </p:txBody>
      </p:sp>
      <p:sp>
        <p:nvSpPr>
          <p:cNvPr id="2" name="page">
            <a:extLst xmlns:a="http://schemas.openxmlformats.org/drawingml/2006/main">
              <a:ext uri="{FF2B5EF4-FFF2-40B4-BE49-F238E27FC236}">
                <a16:creationId xmlns:a16="http://schemas.microsoft.com/office/drawing/2014/main" id="{89FB1351-F86F-45E1-BFB5-58589BE40DFC}"/>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03</a:t>
            </a:r>
          </a:p>
        </p:txBody>
      </p:sp>
      <p:sp>
        <p:nvSpPr>
          <p:cNvPr id="3" name="docs">
            <a:extLst xmlns:a="http://schemas.openxmlformats.org/drawingml/2006/main">
              <a:ext uri="{FF2B5EF4-FFF2-40B4-BE49-F238E27FC236}">
                <a16:creationId xmlns:a16="http://schemas.microsoft.com/office/drawing/2014/main" id="{7796C154-705C-46DF-95E7-CBCE20F98094}"/>
              </a:ext>
            </a:extLst>
          </p:cNvPr>
          <p:cNvSpPr>
            <a:spLocks xmlns:a="http://schemas.openxmlformats.org/drawingml/2006/main" noGrp="1"/>
          </p:cNvSpPr>
          <p:nvPr/>
        </p:nvSpPr>
        <p:spPr>
          <a:xfrm xmlns:a="http://schemas.openxmlformats.org/drawingml/2006/main">
            <a:off x="609600" y="16383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5796D"/>
                </a:solidFill>
                <a:latin typeface="Arial Unicode MS"/>
                <a:ea typeface="Arial Unicode MS"/>
                <a:cs typeface="Arial Unicode MS"/>
              </a:defRPr>
            </a:defPPr>
            <a:lvl1pPr>
              <a:buNone/>
              <a:defRPr sz="2325" b="1">
                <a:solidFill>
                  <a:srgbClr val="15796D"/>
                </a:solidFill>
                <a:latin typeface="Arial Unicode MS"/>
                <a:ea typeface="Arial Unicode MS"/>
                <a:cs typeface="Arial Unicode MS"/>
              </a:defRPr>
            </a:lvl1pPr>
            <a:lvl2pPr>
              <a:buNone/>
              <a:defRPr sz="2325" b="1">
                <a:solidFill>
                  <a:srgbClr val="15796D"/>
                </a:solidFill>
                <a:latin typeface="Arial Unicode MS"/>
                <a:ea typeface="Arial Unicode MS"/>
                <a:cs typeface="Arial Unicode MS"/>
              </a:defRPr>
            </a:lvl2pPr>
            <a:lvl3pPr>
              <a:buNone/>
              <a:defRPr sz="2325" b="1">
                <a:solidFill>
                  <a:srgbClr val="15796D"/>
                </a:solidFill>
                <a:latin typeface="Arial Unicode MS"/>
                <a:ea typeface="Arial Unicode MS"/>
                <a:cs typeface="Arial Unicode MS"/>
              </a:defRPr>
            </a:lvl3pPr>
            <a:lvl4pPr>
              <a:buNone/>
              <a:defRPr sz="2325" b="1">
                <a:solidFill>
                  <a:srgbClr val="15796D"/>
                </a:solidFill>
                <a:latin typeface="Arial Unicode MS"/>
                <a:ea typeface="Arial Unicode MS"/>
                <a:cs typeface="Arial Unicode MS"/>
              </a:defRPr>
            </a:lvl4pPr>
            <a:lvl5pPr>
              <a:buNone/>
              <a:defRPr sz="2325" b="1">
                <a:solidFill>
                  <a:srgbClr val="15796D"/>
                </a:solidFill>
                <a:latin typeface="Arial Unicode MS"/>
                <a:ea typeface="Arial Unicode MS"/>
                <a:cs typeface="Arial Unicode MS"/>
              </a:defRPr>
            </a:lvl5pPr>
            <a:lvl6pPr>
              <a:buNone/>
              <a:defRPr sz="2325" b="1">
                <a:solidFill>
                  <a:srgbClr val="15796D"/>
                </a:solidFill>
                <a:latin typeface="Arial Unicode MS"/>
                <a:ea typeface="Arial Unicode MS"/>
                <a:cs typeface="Arial Unicode MS"/>
              </a:defRPr>
            </a:lvl6pPr>
            <a:lvl7pPr>
              <a:buNone/>
              <a:defRPr sz="2325" b="1">
                <a:solidFill>
                  <a:srgbClr val="15796D"/>
                </a:solidFill>
                <a:latin typeface="Arial Unicode MS"/>
                <a:ea typeface="Arial Unicode MS"/>
                <a:cs typeface="Arial Unicode MS"/>
              </a:defRPr>
            </a:lvl7pPr>
            <a:lvl8pPr>
              <a:buNone/>
              <a:defRPr sz="2325" b="1">
                <a:solidFill>
                  <a:srgbClr val="15796D"/>
                </a:solidFill>
                <a:latin typeface="Arial Unicode MS"/>
                <a:ea typeface="Arial Unicode MS"/>
                <a:cs typeface="Arial Unicode MS"/>
              </a:defRPr>
            </a:lvl8pPr>
            <a:lvl9pPr>
              <a:buNone/>
              <a:defRPr sz="2325" b="1">
                <a:solidFill>
                  <a:srgbClr val="15796D"/>
                </a:solidFill>
                <a:latin typeface="Arial Unicode MS"/>
                <a:ea typeface="Arial Unicode MS"/>
                <a:cs typeface="Arial Unicode MS"/>
              </a:defRPr>
            </a:lvl9pPr>
          </a:lstStyle>
          <a:p xmlns:a="http://schemas.openxmlformats.org/drawingml/2006/main">
            <a:pPr>
              <a:buNone/>
              <a:defRPr sz="2325" b="1">
                <a:solidFill>
                  <a:srgbClr val="15796D"/>
                </a:solidFill>
                <a:latin typeface="Arial Unicode MS"/>
                <a:ea typeface="Arial Unicode MS"/>
                <a:cs typeface="Arial Unicode MS"/>
              </a:defRPr>
            </a:pPr>
            <a:r>
              <a:rPr sz="2325" b="1">
                <a:solidFill>
                  <a:srgbClr val="15796D"/>
                </a:solidFill>
                <a:latin typeface="Arial Unicode MS"/>
                <a:ea typeface="Arial Unicode MS"/>
                <a:cs typeface="Arial Unicode MS"/>
              </a:rPr>
              <a:t>고객 사양서   +   변경 합의서   +   내부 인계표</a:t>
            </a:r>
          </a:p>
        </p:txBody>
      </p:sp>
      <p:sp>
        <p:nvSpPr>
          <p:cNvPr id="4" name="fields-left">
            <a:extLst xmlns:a="http://schemas.openxmlformats.org/drawingml/2006/main">
              <a:ext uri="{FF2B5EF4-FFF2-40B4-BE49-F238E27FC236}">
                <a16:creationId xmlns:a16="http://schemas.microsoft.com/office/drawing/2014/main" id="{490E00A0-4493-4C3B-A3B7-185D07043F99}"/>
              </a:ext>
            </a:extLst>
          </p:cNvPr>
          <p:cNvSpPr>
            <a:spLocks xmlns:a="http://schemas.openxmlformats.org/drawingml/2006/main" noGrp="1"/>
          </p:cNvSpPr>
          <p:nvPr/>
        </p:nvSpPr>
        <p:spPr>
          <a:xfrm xmlns:a="http://schemas.openxmlformats.org/drawingml/2006/main">
            <a:off x="857250" y="2695575"/>
            <a:ext cx="45720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buNone/>
              <a:defRPr sz="2175" b="0">
                <a:solidFill>
                  <a:srgbClr val="173C46"/>
                </a:solidFill>
                <a:latin typeface="Arial Unicode MS"/>
                <a:ea typeface="Arial Unicode MS"/>
                <a:cs typeface="Arial Unicode MS"/>
              </a:defRPr>
            </a:lvl1pPr>
            <a:lvl2pPr>
              <a:buNone/>
              <a:defRPr sz="2175" b="0">
                <a:solidFill>
                  <a:srgbClr val="173C46"/>
                </a:solidFill>
                <a:latin typeface="Arial Unicode MS"/>
                <a:ea typeface="Arial Unicode MS"/>
                <a:cs typeface="Arial Unicode MS"/>
              </a:defRPr>
            </a:lvl2pPr>
            <a:lvl3pPr>
              <a:buNone/>
              <a:defRPr sz="2175" b="0">
                <a:solidFill>
                  <a:srgbClr val="173C46"/>
                </a:solidFill>
                <a:latin typeface="Arial Unicode MS"/>
                <a:ea typeface="Arial Unicode MS"/>
                <a:cs typeface="Arial Unicode MS"/>
              </a:defRPr>
            </a:lvl3pPr>
            <a:lvl4pPr>
              <a:buNone/>
              <a:defRPr sz="2175" b="0">
                <a:solidFill>
                  <a:srgbClr val="173C46"/>
                </a:solidFill>
                <a:latin typeface="Arial Unicode MS"/>
                <a:ea typeface="Arial Unicode MS"/>
                <a:cs typeface="Arial Unicode MS"/>
              </a:defRPr>
            </a:lvl4pPr>
            <a:lvl5pPr>
              <a:buNone/>
              <a:defRPr sz="2175" b="0">
                <a:solidFill>
                  <a:srgbClr val="173C46"/>
                </a:solidFill>
                <a:latin typeface="Arial Unicode MS"/>
                <a:ea typeface="Arial Unicode MS"/>
                <a:cs typeface="Arial Unicode MS"/>
              </a:defRPr>
            </a:lvl5pPr>
            <a:lvl6pPr>
              <a:buNone/>
              <a:defRPr sz="2175" b="0">
                <a:solidFill>
                  <a:srgbClr val="173C46"/>
                </a:solidFill>
                <a:latin typeface="Arial Unicode MS"/>
                <a:ea typeface="Arial Unicode MS"/>
                <a:cs typeface="Arial Unicode MS"/>
              </a:defRPr>
            </a:lvl6pPr>
            <a:lvl7pPr>
              <a:buNone/>
              <a:defRPr sz="2175" b="0">
                <a:solidFill>
                  <a:srgbClr val="173C46"/>
                </a:solidFill>
                <a:latin typeface="Arial Unicode MS"/>
                <a:ea typeface="Arial Unicode MS"/>
                <a:cs typeface="Arial Unicode MS"/>
              </a:defRPr>
            </a:lvl7pPr>
            <a:lvl8pPr>
              <a:buNone/>
              <a:defRPr sz="2175" b="0">
                <a:solidFill>
                  <a:srgbClr val="173C46"/>
                </a:solidFill>
                <a:latin typeface="Arial Unicode MS"/>
                <a:ea typeface="Arial Unicode MS"/>
                <a:cs typeface="Arial Unicode MS"/>
              </a:defRPr>
            </a:lvl8pPr>
            <a:lvl9pPr>
              <a:buNone/>
              <a:defRPr sz="2175" b="0">
                <a:solidFill>
                  <a:srgbClr val="173C46"/>
                </a:solidFill>
                <a:latin typeface="Arial Unicode MS"/>
                <a:ea typeface="Arial Unicode MS"/>
                <a:cs typeface="Arial Unicode MS"/>
              </a:defRPr>
            </a:lvl9pPr>
          </a:lstStyle>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정격용량</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고압측 전압</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저압측 전압</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주파수</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상수</a:t>
            </a:r>
          </a:p>
        </p:txBody>
      </p:sp>
      <p:sp>
        <p:nvSpPr>
          <p:cNvPr id="5" name="fields-right">
            <a:extLst xmlns:a="http://schemas.openxmlformats.org/drawingml/2006/main">
              <a:ext uri="{FF2B5EF4-FFF2-40B4-BE49-F238E27FC236}">
                <a16:creationId xmlns:a16="http://schemas.microsoft.com/office/drawing/2014/main" id="{19C1EB32-B786-48D5-B770-D96D564A0379}"/>
              </a:ext>
            </a:extLst>
          </p:cNvPr>
          <p:cNvSpPr>
            <a:spLocks xmlns:a="http://schemas.openxmlformats.org/drawingml/2006/main" noGrp="1"/>
          </p:cNvSpPr>
          <p:nvPr/>
        </p:nvSpPr>
        <p:spPr>
          <a:xfrm xmlns:a="http://schemas.openxmlformats.org/drawingml/2006/main">
            <a:off x="6486525" y="2695575"/>
            <a:ext cx="47625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buNone/>
              <a:defRPr sz="2175" b="0">
                <a:solidFill>
                  <a:srgbClr val="173C46"/>
                </a:solidFill>
                <a:latin typeface="Arial Unicode MS"/>
                <a:ea typeface="Arial Unicode MS"/>
                <a:cs typeface="Arial Unicode MS"/>
              </a:defRPr>
            </a:lvl1pPr>
            <a:lvl2pPr>
              <a:buNone/>
              <a:defRPr sz="2175" b="0">
                <a:solidFill>
                  <a:srgbClr val="173C46"/>
                </a:solidFill>
                <a:latin typeface="Arial Unicode MS"/>
                <a:ea typeface="Arial Unicode MS"/>
                <a:cs typeface="Arial Unicode MS"/>
              </a:defRPr>
            </a:lvl2pPr>
            <a:lvl3pPr>
              <a:buNone/>
              <a:defRPr sz="2175" b="0">
                <a:solidFill>
                  <a:srgbClr val="173C46"/>
                </a:solidFill>
                <a:latin typeface="Arial Unicode MS"/>
                <a:ea typeface="Arial Unicode MS"/>
                <a:cs typeface="Arial Unicode MS"/>
              </a:defRPr>
            </a:lvl3pPr>
            <a:lvl4pPr>
              <a:buNone/>
              <a:defRPr sz="2175" b="0">
                <a:solidFill>
                  <a:srgbClr val="173C46"/>
                </a:solidFill>
                <a:latin typeface="Arial Unicode MS"/>
                <a:ea typeface="Arial Unicode MS"/>
                <a:cs typeface="Arial Unicode MS"/>
              </a:defRPr>
            </a:lvl4pPr>
            <a:lvl5pPr>
              <a:buNone/>
              <a:defRPr sz="2175" b="0">
                <a:solidFill>
                  <a:srgbClr val="173C46"/>
                </a:solidFill>
                <a:latin typeface="Arial Unicode MS"/>
                <a:ea typeface="Arial Unicode MS"/>
                <a:cs typeface="Arial Unicode MS"/>
              </a:defRPr>
            </a:lvl5pPr>
            <a:lvl6pPr>
              <a:buNone/>
              <a:defRPr sz="2175" b="0">
                <a:solidFill>
                  <a:srgbClr val="173C46"/>
                </a:solidFill>
                <a:latin typeface="Arial Unicode MS"/>
                <a:ea typeface="Arial Unicode MS"/>
                <a:cs typeface="Arial Unicode MS"/>
              </a:defRPr>
            </a:lvl6pPr>
            <a:lvl7pPr>
              <a:buNone/>
              <a:defRPr sz="2175" b="0">
                <a:solidFill>
                  <a:srgbClr val="173C46"/>
                </a:solidFill>
                <a:latin typeface="Arial Unicode MS"/>
                <a:ea typeface="Arial Unicode MS"/>
                <a:cs typeface="Arial Unicode MS"/>
              </a:defRPr>
            </a:lvl7pPr>
            <a:lvl8pPr>
              <a:buNone/>
              <a:defRPr sz="2175" b="0">
                <a:solidFill>
                  <a:srgbClr val="173C46"/>
                </a:solidFill>
                <a:latin typeface="Arial Unicode MS"/>
                <a:ea typeface="Arial Unicode MS"/>
                <a:cs typeface="Arial Unicode MS"/>
              </a:defRPr>
            </a:lvl8pPr>
            <a:lvl9pPr>
              <a:buNone/>
              <a:defRPr sz="2175" b="0">
                <a:solidFill>
                  <a:srgbClr val="173C46"/>
                </a:solidFill>
                <a:latin typeface="Arial Unicode MS"/>
                <a:ea typeface="Arial Unicode MS"/>
                <a:cs typeface="Arial Unicode MS"/>
              </a:defRPr>
            </a:lvl9pPr>
          </a:lstStyle>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결선 그룹</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냉각 방식</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팬 보조전원 전압</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탭절환기 방식</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옥내형 / 옥외형</a:t>
            </a:r>
          </a:p>
        </p:txBody>
      </p:sp>
      <p:sp>
        <p:nvSpPr>
          <p:cNvPr id="6" name="limit">
            <a:extLst xmlns:a="http://schemas.openxmlformats.org/drawingml/2006/main">
              <a:ext uri="{FF2B5EF4-FFF2-40B4-BE49-F238E27FC236}">
                <a16:creationId xmlns:a16="http://schemas.microsoft.com/office/drawing/2014/main" id="{E1F5FE47-910C-4A16-B3AF-0131C735EA43}"/>
              </a:ext>
            </a:extLst>
          </p:cNvPr>
          <p:cNvSpPr>
            <a:spLocks xmlns:a="http://schemas.openxmlformats.org/drawingml/2006/main" noGrp="1"/>
          </p:cNvSpPr>
          <p:nvPr/>
        </p:nvSpPr>
        <p:spPr>
          <a:xfrm xmlns:a="http://schemas.openxmlformats.org/drawingml/2006/main">
            <a:off x="609600" y="5695950"/>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텍스트 PDF 3종, 파일당 5 MiB·20쪽 제한</a:t>
            </a:r>
          </a:p>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고객사 불명확 시 보류하며, 스캔·도면·다제품 문서는 지원하지 않습니다.</a:t>
            </a:r>
          </a:p>
        </p:txBody>
      </p:sp>
      <p:sp>
        <p:nvSpPr>
          <p:cNvPr id="8" name="tasks">
            <a:extLst xmlns:a="http://schemas.openxmlformats.org/drawingml/2006/main">
              <a:ext uri="{FF2B5EF4-FFF2-40B4-BE49-F238E27FC236}">
                <a16:creationId xmlns:a16="http://schemas.microsoft.com/office/drawing/2014/main" id="{9C3E97BD-300A-468E-9E1E-AFF65DB1213B}"/>
              </a:ext>
            </a:extLst>
          </p:cNvPr>
          <p:cNvSpPr>
            <a:spLocks xmlns:a="http://schemas.openxmlformats.org/drawingml/2006/main" noGrp="1"/>
          </p:cNvSpPr>
          <p:nvPr/>
        </p:nvSpPr>
        <p:spPr>
          <a:xfrm xmlns:a="http://schemas.openxmlformats.org/drawingml/2006/main">
            <a:off x="609600" y="2247900"/>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5796D"/>
                </a:solidFill>
                <a:latin typeface="Arial Unicode MS"/>
                <a:ea typeface="Arial Unicode MS"/>
                <a:cs typeface="Arial Unicode MS"/>
              </a:defRPr>
            </a:defPPr>
            <a:lvl1pPr>
              <a:buNone/>
              <a:defRPr sz="1725" b="0">
                <a:solidFill>
                  <a:srgbClr val="15796D"/>
                </a:solidFill>
                <a:latin typeface="Arial Unicode MS"/>
                <a:ea typeface="Arial Unicode MS"/>
                <a:cs typeface="Arial Unicode MS"/>
              </a:defRPr>
            </a:lvl1pPr>
            <a:lvl2pPr>
              <a:buNone/>
              <a:defRPr sz="1725" b="0">
                <a:solidFill>
                  <a:srgbClr val="15796D"/>
                </a:solidFill>
                <a:latin typeface="Arial Unicode MS"/>
                <a:ea typeface="Arial Unicode MS"/>
                <a:cs typeface="Arial Unicode MS"/>
              </a:defRPr>
            </a:lvl2pPr>
            <a:lvl3pPr>
              <a:buNone/>
              <a:defRPr sz="1725" b="0">
                <a:solidFill>
                  <a:srgbClr val="15796D"/>
                </a:solidFill>
                <a:latin typeface="Arial Unicode MS"/>
                <a:ea typeface="Arial Unicode MS"/>
                <a:cs typeface="Arial Unicode MS"/>
              </a:defRPr>
            </a:lvl3pPr>
            <a:lvl4pPr>
              <a:buNone/>
              <a:defRPr sz="1725" b="0">
                <a:solidFill>
                  <a:srgbClr val="15796D"/>
                </a:solidFill>
                <a:latin typeface="Arial Unicode MS"/>
                <a:ea typeface="Arial Unicode MS"/>
                <a:cs typeface="Arial Unicode MS"/>
              </a:defRPr>
            </a:lvl4pPr>
            <a:lvl5pPr>
              <a:buNone/>
              <a:defRPr sz="1725" b="0">
                <a:solidFill>
                  <a:srgbClr val="15796D"/>
                </a:solidFill>
                <a:latin typeface="Arial Unicode MS"/>
                <a:ea typeface="Arial Unicode MS"/>
                <a:cs typeface="Arial Unicode MS"/>
              </a:defRPr>
            </a:lvl5pPr>
            <a:lvl6pPr>
              <a:buNone/>
              <a:defRPr sz="1725" b="0">
                <a:solidFill>
                  <a:srgbClr val="15796D"/>
                </a:solidFill>
                <a:latin typeface="Arial Unicode MS"/>
                <a:ea typeface="Arial Unicode MS"/>
                <a:cs typeface="Arial Unicode MS"/>
              </a:defRPr>
            </a:lvl6pPr>
            <a:lvl7pPr>
              <a:buNone/>
              <a:defRPr sz="1725" b="0">
                <a:solidFill>
                  <a:srgbClr val="15796D"/>
                </a:solidFill>
                <a:latin typeface="Arial Unicode MS"/>
                <a:ea typeface="Arial Unicode MS"/>
                <a:cs typeface="Arial Unicode MS"/>
              </a:defRPr>
            </a:lvl7pPr>
            <a:lvl8pPr>
              <a:buNone/>
              <a:defRPr sz="1725" b="0">
                <a:solidFill>
                  <a:srgbClr val="15796D"/>
                </a:solidFill>
                <a:latin typeface="Arial Unicode MS"/>
                <a:ea typeface="Arial Unicode MS"/>
                <a:cs typeface="Arial Unicode MS"/>
              </a:defRPr>
            </a:lvl8pPr>
            <a:lvl9pPr>
              <a:buNone/>
              <a:defRPr sz="1725" b="0">
                <a:solidFill>
                  <a:srgbClr val="15796D"/>
                </a:solidFill>
                <a:latin typeface="Arial Unicode MS"/>
                <a:ea typeface="Arial Unicode MS"/>
                <a:cs typeface="Arial Unicode MS"/>
              </a:defRPr>
            </a:lvl9pPr>
          </a:lstStyle>
          <a:p xmlns:a="http://schemas.openxmlformats.org/drawingml/2006/main">
            <a:pPr>
              <a:buNone/>
              <a:defRPr sz="1725" b="0">
                <a:solidFill>
                  <a:srgbClr val="15796D"/>
                </a:solidFill>
                <a:latin typeface="Arial Unicode MS"/>
                <a:ea typeface="Arial Unicode MS"/>
                <a:cs typeface="Arial Unicode MS"/>
              </a:defRPr>
            </a:pPr>
            <a:r>
              <a:rPr sz="1725" b="0">
                <a:solidFill>
                  <a:srgbClr val="15796D"/>
                </a:solidFill>
                <a:latin typeface="Arial Unicode MS"/>
                <a:ea typeface="Arial Unicode MS"/>
                <a:cs typeface="Arial Unicode MS"/>
              </a:rPr>
              <a:t>주요 task   고객사 확인 · 근거 추출 · 변경 비교 · 결과 보관</a:t>
            </a:r>
          </a:p>
        </p:txBody>
      </p:sp>
    </p:spTree>
    <p:extLst>
      <p:ext uri="{BB962C8B-B14F-4D97-AF65-F5344CB8AC3E}">
        <p14:creationId xmlns:p14="http://schemas.microsoft.com/office/powerpoint/2010/main" val="255193384"/>
      </p:ext>
    </p:extLst>
  </p:cSld>
</p:sld>
</file>

<file path=ppt/slides/slide4.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B03B4C2D-0BAE-4CBB-8B71-0F50B93EE109}"/>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최종 실행 결과: 440 V와 380 V</a:t>
            </a:r>
          </a:p>
        </p:txBody>
      </p:sp>
      <p:sp>
        <p:nvSpPr>
          <p:cNvPr id="2" name="page">
            <a:extLst xmlns:a="http://schemas.openxmlformats.org/drawingml/2006/main">
              <a:ext uri="{FF2B5EF4-FFF2-40B4-BE49-F238E27FC236}">
                <a16:creationId xmlns:a16="http://schemas.microsoft.com/office/drawing/2014/main" id="{A5A4FE1C-B9B1-484D-8052-879FA7EE34E3}"/>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04</a:t>
            </a:r>
          </a:p>
        </p:txBody>
      </p:sp>
      <p:pic>
        <p:nvPicPr>
          <p:cNvPr id="3" name="">
            <a:extLst xmlns:a="http://schemas.openxmlformats.org/drawingml/2006/main">
              <a:ext uri="{FF2B5EF4-FFF2-40B4-BE49-F238E27FC236}">
                <a16:creationId xmlns:a16="http://schemas.microsoft.com/office/drawing/2014/main" id="{2032F115-8ED5-4C76-AA82-518BF8F15AFC}"/>
              </a:ext>
            </a:extLst>
          </p:cNvPr>
          <p:cNvPicPr>
            <a:picLocks xmlns:a="http://schemas.openxmlformats.org/drawingml/2006/main" noChangeAspect="1"/>
          </p:cNvPicPr>
          <p:nvPr/>
        </p:nvPicPr>
        <p:blipFill>
          <a:blip xmlns:r="http://schemas.openxmlformats.org/officeDocument/2006/relationships" xmlns:a="http://schemas.openxmlformats.org/drawingml/2006/main" r:embed="R942db37b77864f47"/>
          <a:srcRect xmlns:a="http://schemas.openxmlformats.org/drawingml/2006/main" l="0" t="12048" r="2294" b="12851"/>
          <a:stretch xmlns:a="http://schemas.openxmlformats.org/drawingml/2006/main"/>
        </p:blipFill>
        <p:spPr>
          <a:xfrm xmlns:a="http://schemas.openxmlformats.org/drawingml/2006/main">
            <a:off x="7067550" y="1581150"/>
            <a:ext cx="4324350" cy="4286250"/>
          </a:xfrm>
          <a:prstGeom xmlns:a="http://schemas.openxmlformats.org/drawingml/2006/main" prst="rect">
            <a:avLst/>
          </a:prstGeom>
        </p:spPr>
      </p:pic>
      <p:sp>
        <p:nvSpPr>
          <p:cNvPr id="4" name="caption">
            <a:extLst xmlns:a="http://schemas.openxmlformats.org/drawingml/2006/main">
              <a:ext uri="{FF2B5EF4-FFF2-40B4-BE49-F238E27FC236}">
                <a16:creationId xmlns:a16="http://schemas.microsoft.com/office/drawing/2014/main" id="{7FB429C2-12A6-4F44-BCBB-FEBF6549A827}"/>
              </a:ext>
            </a:extLst>
          </p:cNvPr>
          <p:cNvSpPr>
            <a:spLocks xmlns:a="http://schemas.openxmlformats.org/drawingml/2006/main" noGrp="1"/>
          </p:cNvSpPr>
          <p:nvPr/>
        </p:nvSpPr>
        <p:spPr>
          <a:xfrm xmlns:a="http://schemas.openxmlformats.org/drawingml/2006/main">
            <a:off x="609600" y="5962650"/>
            <a:ext cx="1038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2026-10-21 가상 PDF 실제 실행 · 오른쪽은 저장 보고서 발췌</a:t>
            </a:r>
          </a:p>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Python 444개·화면 모의 71개 통과 | 현업 정확도·절감률 미측정</a:t>
            </a:r>
          </a:p>
        </p:txBody>
      </p:sp>
      <p:sp>
        <p:nvSpPr>
          <p:cNvPr id="6" name="verified-backend">
            <a:extLst xmlns:a="http://schemas.openxmlformats.org/drawingml/2006/main">
              <a:ext uri="{FF2B5EF4-FFF2-40B4-BE49-F238E27FC236}">
                <a16:creationId xmlns:a16="http://schemas.microsoft.com/office/drawing/2014/main" id="{7BB38753-E235-43F2-A4D4-21C431B59B05}"/>
              </a:ext>
            </a:extLst>
          </p:cNvPr>
          <p:cNvSpPr>
            <a:spLocks xmlns:a="http://schemas.openxmlformats.org/drawingml/2006/main" noGrp="1"/>
          </p:cNvSpPr>
          <p:nvPr/>
        </p:nvSpPr>
        <p:spPr>
          <a:xfrm xmlns:a="http://schemas.openxmlformats.org/drawingml/2006/main">
            <a:off x="609600" y="1714500"/>
            <a:ext cx="6000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5796D"/>
                </a:solidFill>
                <a:latin typeface="Arial Unicode MS"/>
                <a:ea typeface="Arial Unicode MS"/>
                <a:cs typeface="Arial Unicode MS"/>
              </a:defRPr>
            </a:defPPr>
            <a:lvl1pPr>
              <a:defRPr sz="2325" b="1">
                <a:solidFill>
                  <a:srgbClr val="15796D"/>
                </a:solidFill>
                <a:latin typeface="Arial Unicode MS"/>
                <a:ea typeface="Arial Unicode MS"/>
                <a:cs typeface="Arial Unicode MS"/>
              </a:defRPr>
            </a:lvl1pPr>
            <a:lvl2pPr>
              <a:defRPr sz="2325" b="1">
                <a:solidFill>
                  <a:srgbClr val="15796D"/>
                </a:solidFill>
                <a:latin typeface="Arial Unicode MS"/>
                <a:ea typeface="Arial Unicode MS"/>
                <a:cs typeface="Arial Unicode MS"/>
              </a:defRPr>
            </a:lvl2pPr>
            <a:lvl3pPr>
              <a:defRPr sz="2325" b="1">
                <a:solidFill>
                  <a:srgbClr val="15796D"/>
                </a:solidFill>
                <a:latin typeface="Arial Unicode MS"/>
                <a:ea typeface="Arial Unicode MS"/>
                <a:cs typeface="Arial Unicode MS"/>
              </a:defRPr>
            </a:lvl3pPr>
            <a:lvl4pPr>
              <a:defRPr sz="2325" b="1">
                <a:solidFill>
                  <a:srgbClr val="15796D"/>
                </a:solidFill>
                <a:latin typeface="Arial Unicode MS"/>
                <a:ea typeface="Arial Unicode MS"/>
                <a:cs typeface="Arial Unicode MS"/>
              </a:defRPr>
            </a:lvl4pPr>
            <a:lvl5pPr>
              <a:defRPr sz="2325" b="1">
                <a:solidFill>
                  <a:srgbClr val="15796D"/>
                </a:solidFill>
                <a:latin typeface="Arial Unicode MS"/>
                <a:ea typeface="Arial Unicode MS"/>
                <a:cs typeface="Arial Unicode MS"/>
              </a:defRPr>
            </a:lvl5pPr>
            <a:lvl6pPr>
              <a:defRPr sz="2325" b="1">
                <a:solidFill>
                  <a:srgbClr val="15796D"/>
                </a:solidFill>
                <a:latin typeface="Arial Unicode MS"/>
                <a:ea typeface="Arial Unicode MS"/>
                <a:cs typeface="Arial Unicode MS"/>
              </a:defRPr>
            </a:lvl6pPr>
            <a:lvl7pPr>
              <a:defRPr sz="2325" b="1">
                <a:solidFill>
                  <a:srgbClr val="15796D"/>
                </a:solidFill>
                <a:latin typeface="Arial Unicode MS"/>
                <a:ea typeface="Arial Unicode MS"/>
                <a:cs typeface="Arial Unicode MS"/>
              </a:defRPr>
            </a:lvl7pPr>
            <a:lvl8pPr>
              <a:defRPr sz="2325" b="1">
                <a:solidFill>
                  <a:srgbClr val="15796D"/>
                </a:solidFill>
                <a:latin typeface="Arial Unicode MS"/>
                <a:ea typeface="Arial Unicode MS"/>
                <a:cs typeface="Arial Unicode MS"/>
              </a:defRPr>
            </a:lvl8pPr>
            <a:lvl9pPr>
              <a:defRPr sz="2325" b="1">
                <a:solidFill>
                  <a:srgbClr val="15796D"/>
                </a:solidFill>
                <a:latin typeface="Arial Unicode MS"/>
                <a:ea typeface="Arial Unicode MS"/>
                <a:cs typeface="Arial Unicode MS"/>
              </a:defRPr>
            </a:lvl9pPr>
          </a:lstStyle>
          <a:p xmlns:a="http://schemas.openxmlformats.org/drawingml/2006/main">
            <a:pPr>
              <a:defRPr sz="2325" b="1">
                <a:solidFill>
                  <a:srgbClr val="15796D"/>
                </a:solidFill>
                <a:latin typeface="Arial Unicode MS"/>
                <a:ea typeface="Arial Unicode MS"/>
                <a:cs typeface="Arial Unicode MS"/>
              </a:defRPr>
            </a:pPr>
            <a:r>
              <a:rPr sz="2325" b="1">
                <a:solidFill>
                  <a:srgbClr val="15796D"/>
                </a:solidFill>
                <a:latin typeface="Arial Unicode MS"/>
                <a:ea typeface="Arial Unicode MS"/>
                <a:cs typeface="Arial Unicode MS"/>
              </a:rPr>
              <a:t>OpenAI API · gpt-4o-mini</a:t>
            </a:r>
          </a:p>
        </p:txBody>
      </p:sp>
      <p:sp>
        <p:nvSpPr>
          <p:cNvPr id="7" name="verified-result">
            <a:extLst xmlns:a="http://schemas.openxmlformats.org/drawingml/2006/main">
              <a:ext uri="{FF2B5EF4-FFF2-40B4-BE49-F238E27FC236}">
                <a16:creationId xmlns:a16="http://schemas.microsoft.com/office/drawing/2014/main" id="{B1386A4C-10E1-44E4-95A9-73596EB6469C}"/>
              </a:ext>
            </a:extLst>
          </p:cNvPr>
          <p:cNvSpPr>
            <a:spLocks xmlns:a="http://schemas.openxmlformats.org/drawingml/2006/main" noGrp="1"/>
          </p:cNvSpPr>
          <p:nvPr/>
        </p:nvSpPr>
        <p:spPr>
          <a:xfrm xmlns:a="http://schemas.openxmlformats.org/drawingml/2006/main">
            <a:off x="609600" y="2400300"/>
            <a:ext cx="6000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150" b="1">
                <a:solidFill>
                  <a:srgbClr val="173C46"/>
                </a:solidFill>
                <a:latin typeface="Arial Unicode MS"/>
                <a:ea typeface="Arial Unicode MS"/>
                <a:cs typeface="Arial Unicode MS"/>
              </a:defRPr>
            </a:defPPr>
            <a:lvl1pPr>
              <a:defRPr sz="3150" b="1">
                <a:solidFill>
                  <a:srgbClr val="173C46"/>
                </a:solidFill>
                <a:latin typeface="Arial Unicode MS"/>
                <a:ea typeface="Arial Unicode MS"/>
                <a:cs typeface="Arial Unicode MS"/>
              </a:defRPr>
            </a:lvl1pPr>
            <a:lvl2pPr>
              <a:defRPr sz="3150" b="1">
                <a:solidFill>
                  <a:srgbClr val="173C46"/>
                </a:solidFill>
                <a:latin typeface="Arial Unicode MS"/>
                <a:ea typeface="Arial Unicode MS"/>
                <a:cs typeface="Arial Unicode MS"/>
              </a:defRPr>
            </a:lvl2pPr>
            <a:lvl3pPr>
              <a:defRPr sz="3150" b="1">
                <a:solidFill>
                  <a:srgbClr val="173C46"/>
                </a:solidFill>
                <a:latin typeface="Arial Unicode MS"/>
                <a:ea typeface="Arial Unicode MS"/>
                <a:cs typeface="Arial Unicode MS"/>
              </a:defRPr>
            </a:lvl3pPr>
            <a:lvl4pPr>
              <a:defRPr sz="3150" b="1">
                <a:solidFill>
                  <a:srgbClr val="173C46"/>
                </a:solidFill>
                <a:latin typeface="Arial Unicode MS"/>
                <a:ea typeface="Arial Unicode MS"/>
                <a:cs typeface="Arial Unicode MS"/>
              </a:defRPr>
            </a:lvl4pPr>
            <a:lvl5pPr>
              <a:defRPr sz="3150" b="1">
                <a:solidFill>
                  <a:srgbClr val="173C46"/>
                </a:solidFill>
                <a:latin typeface="Arial Unicode MS"/>
                <a:ea typeface="Arial Unicode MS"/>
                <a:cs typeface="Arial Unicode MS"/>
              </a:defRPr>
            </a:lvl5pPr>
            <a:lvl6pPr>
              <a:defRPr sz="3150" b="1">
                <a:solidFill>
                  <a:srgbClr val="173C46"/>
                </a:solidFill>
                <a:latin typeface="Arial Unicode MS"/>
                <a:ea typeface="Arial Unicode MS"/>
                <a:cs typeface="Arial Unicode MS"/>
              </a:defRPr>
            </a:lvl6pPr>
            <a:lvl7pPr>
              <a:defRPr sz="3150" b="1">
                <a:solidFill>
                  <a:srgbClr val="173C46"/>
                </a:solidFill>
                <a:latin typeface="Arial Unicode MS"/>
                <a:ea typeface="Arial Unicode MS"/>
                <a:cs typeface="Arial Unicode MS"/>
              </a:defRPr>
            </a:lvl7pPr>
            <a:lvl8pPr>
              <a:defRPr sz="3150" b="1">
                <a:solidFill>
                  <a:srgbClr val="173C46"/>
                </a:solidFill>
                <a:latin typeface="Arial Unicode MS"/>
                <a:ea typeface="Arial Unicode MS"/>
                <a:cs typeface="Arial Unicode MS"/>
              </a:defRPr>
            </a:lvl8pPr>
            <a:lvl9pPr>
              <a:defRPr sz="3150" b="1">
                <a:solidFill>
                  <a:srgbClr val="173C46"/>
                </a:solidFill>
                <a:latin typeface="Arial Unicode MS"/>
                <a:ea typeface="Arial Unicode MS"/>
                <a:cs typeface="Arial Unicode MS"/>
              </a:defRPr>
            </a:lvl9pPr>
          </a:lstStyle>
          <a:p xmlns:a="http://schemas.openxmlformats.org/drawingml/2006/main">
            <a:pPr>
              <a:defRPr sz="3150" b="1">
                <a:solidFill>
                  <a:srgbClr val="173C46"/>
                </a:solidFill>
                <a:latin typeface="Arial Unicode MS"/>
                <a:ea typeface="Arial Unicode MS"/>
                <a:cs typeface="Arial Unicode MS"/>
              </a:defRPr>
            </a:pPr>
            <a:r>
              <a:rPr sz="3150" b="1">
                <a:solidFill>
                  <a:srgbClr val="173C46"/>
                </a:solidFill>
                <a:latin typeface="Arial Unicode MS"/>
                <a:ea typeface="Arial Unicode MS"/>
                <a:cs typeface="Arial Unicode MS"/>
              </a:rPr>
              <a:t>9개 일치 · 1개 불일치</a:t>
            </a:r>
          </a:p>
        </p:txBody>
      </p:sp>
      <p:sp>
        <p:nvSpPr>
          <p:cNvPr id="8" name="verified-evidence">
            <a:extLst xmlns:a="http://schemas.openxmlformats.org/drawingml/2006/main">
              <a:ext uri="{FF2B5EF4-FFF2-40B4-BE49-F238E27FC236}">
                <a16:creationId xmlns:a16="http://schemas.microsoft.com/office/drawing/2014/main" id="{676CF4F6-C4EC-4AEA-AD59-4E4EFB6E73B0}"/>
              </a:ext>
            </a:extLst>
          </p:cNvPr>
          <p:cNvSpPr>
            <a:spLocks xmlns:a="http://schemas.openxmlformats.org/drawingml/2006/main" noGrp="1"/>
          </p:cNvSpPr>
          <p:nvPr/>
        </p:nvSpPr>
        <p:spPr>
          <a:xfrm xmlns:a="http://schemas.openxmlformats.org/drawingml/2006/main">
            <a:off x="609600" y="3333750"/>
            <a:ext cx="6191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73C46"/>
                </a:solidFill>
                <a:latin typeface="Arial Unicode MS"/>
                <a:ea typeface="Arial Unicode MS"/>
                <a:cs typeface="Arial Unicode MS"/>
              </a:defRPr>
            </a:defPPr>
            <a:lvl1pPr>
              <a:defRPr sz="2025" b="0">
                <a:solidFill>
                  <a:srgbClr val="173C46"/>
                </a:solidFill>
                <a:latin typeface="Arial Unicode MS"/>
                <a:ea typeface="Arial Unicode MS"/>
                <a:cs typeface="Arial Unicode MS"/>
              </a:defRPr>
            </a:lvl1pPr>
            <a:lvl2pPr>
              <a:defRPr sz="2025" b="0">
                <a:solidFill>
                  <a:srgbClr val="173C46"/>
                </a:solidFill>
                <a:latin typeface="Arial Unicode MS"/>
                <a:ea typeface="Arial Unicode MS"/>
                <a:cs typeface="Arial Unicode MS"/>
              </a:defRPr>
            </a:lvl2pPr>
            <a:lvl3pPr>
              <a:defRPr sz="2025" b="0">
                <a:solidFill>
                  <a:srgbClr val="173C46"/>
                </a:solidFill>
                <a:latin typeface="Arial Unicode MS"/>
                <a:ea typeface="Arial Unicode MS"/>
                <a:cs typeface="Arial Unicode MS"/>
              </a:defRPr>
            </a:lvl3pPr>
            <a:lvl4pPr>
              <a:defRPr sz="2025" b="0">
                <a:solidFill>
                  <a:srgbClr val="173C46"/>
                </a:solidFill>
                <a:latin typeface="Arial Unicode MS"/>
                <a:ea typeface="Arial Unicode MS"/>
                <a:cs typeface="Arial Unicode MS"/>
              </a:defRPr>
            </a:lvl4pPr>
            <a:lvl5pPr>
              <a:defRPr sz="2025" b="0">
                <a:solidFill>
                  <a:srgbClr val="173C46"/>
                </a:solidFill>
                <a:latin typeface="Arial Unicode MS"/>
                <a:ea typeface="Arial Unicode MS"/>
                <a:cs typeface="Arial Unicode MS"/>
              </a:defRPr>
            </a:lvl5pPr>
            <a:lvl6pPr>
              <a:defRPr sz="2025" b="0">
                <a:solidFill>
                  <a:srgbClr val="173C46"/>
                </a:solidFill>
                <a:latin typeface="Arial Unicode MS"/>
                <a:ea typeface="Arial Unicode MS"/>
                <a:cs typeface="Arial Unicode MS"/>
              </a:defRPr>
            </a:lvl6pPr>
            <a:lvl7pPr>
              <a:defRPr sz="2025" b="0">
                <a:solidFill>
                  <a:srgbClr val="173C46"/>
                </a:solidFill>
                <a:latin typeface="Arial Unicode MS"/>
                <a:ea typeface="Arial Unicode MS"/>
                <a:cs typeface="Arial Unicode MS"/>
              </a:defRPr>
            </a:lvl7pPr>
            <a:lvl8pPr>
              <a:defRPr sz="2025" b="0">
                <a:solidFill>
                  <a:srgbClr val="173C46"/>
                </a:solidFill>
                <a:latin typeface="Arial Unicode MS"/>
                <a:ea typeface="Arial Unicode MS"/>
                <a:cs typeface="Arial Unicode MS"/>
              </a:defRPr>
            </a:lvl8pPr>
            <a:lvl9pPr>
              <a:defRPr sz="2025" b="0">
                <a:solidFill>
                  <a:srgbClr val="173C46"/>
                </a:solidFill>
                <a:latin typeface="Arial Unicode MS"/>
                <a:ea typeface="Arial Unicode MS"/>
                <a:cs typeface="Arial Unicode MS"/>
              </a:defRPr>
            </a:lvl9pPr>
          </a:lstStyle>
          <a:p xmlns:a="http://schemas.openxmlformats.org/drawingml/2006/main">
            <a:pPr>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팬 보조전원</a:t>
            </a:r>
          </a:p>
          <a:p xmlns:a="http://schemas.openxmlformats.org/drawingml/2006/main">
            <a:pPr>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요구 440 V  /  인계 380 V</a:t>
            </a:r>
          </a:p>
          <a:p xmlns:a="http://schemas.openxmlformats.org/drawingml/2006/main">
            <a:pPr>
              <a:defRPr sz="2025" b="0">
                <a:solidFill>
                  <a:srgbClr val="173C46"/>
                </a:solidFill>
                <a:latin typeface="Arial Unicode MS"/>
                <a:ea typeface="Arial Unicode MS"/>
                <a:cs typeface="Arial Unicode MS"/>
              </a:defRPr>
            </a:pPr>
            <a:r>
              <a:rPr sz="2025" b="0">
                <a:solidFill>
                  <a:srgbClr val="173C46"/>
                </a:solidFill>
                <a:latin typeface="Arial Unicode MS"/>
                <a:ea typeface="Arial Unicode MS"/>
                <a:cs typeface="Arial Unicode MS"/>
              </a:rPr>
              <a:t>AMD-V01 1쪽  /  HANDOFF-V01 2쪽</a:t>
            </a:r>
          </a:p>
        </p:txBody>
      </p:sp>
      <p:sp>
        <p:nvSpPr>
          <p:cNvPr id="9" name="verified-calls">
            <a:extLst xmlns:a="http://schemas.openxmlformats.org/drawingml/2006/main">
              <a:ext uri="{FF2B5EF4-FFF2-40B4-BE49-F238E27FC236}">
                <a16:creationId xmlns:a16="http://schemas.microsoft.com/office/drawing/2014/main" id="{4A320189-1802-4F74-A079-06B98248D77D}"/>
              </a:ext>
            </a:extLst>
          </p:cNvPr>
          <p:cNvSpPr>
            <a:spLocks xmlns:a="http://schemas.openxmlformats.org/drawingml/2006/main" noGrp="1"/>
          </p:cNvSpPr>
          <p:nvPr/>
        </p:nvSpPr>
        <p:spPr>
          <a:xfrm xmlns:a="http://schemas.openxmlformats.org/drawingml/2006/main">
            <a:off x="609600" y="5029200"/>
            <a:ext cx="6286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5796D"/>
                </a:solidFill>
                <a:latin typeface="Arial Unicode MS"/>
                <a:ea typeface="Arial Unicode MS"/>
                <a:cs typeface="Arial Unicode MS"/>
              </a:defRPr>
            </a:defPPr>
            <a:lvl1pPr>
              <a:defRPr sz="1800" b="0">
                <a:solidFill>
                  <a:srgbClr val="15796D"/>
                </a:solidFill>
                <a:latin typeface="Arial Unicode MS"/>
                <a:ea typeface="Arial Unicode MS"/>
                <a:cs typeface="Arial Unicode MS"/>
              </a:defRPr>
            </a:lvl1pPr>
            <a:lvl2pPr>
              <a:defRPr sz="1800" b="0">
                <a:solidFill>
                  <a:srgbClr val="15796D"/>
                </a:solidFill>
                <a:latin typeface="Arial Unicode MS"/>
                <a:ea typeface="Arial Unicode MS"/>
                <a:cs typeface="Arial Unicode MS"/>
              </a:defRPr>
            </a:lvl2pPr>
            <a:lvl3pPr>
              <a:defRPr sz="1800" b="0">
                <a:solidFill>
                  <a:srgbClr val="15796D"/>
                </a:solidFill>
                <a:latin typeface="Arial Unicode MS"/>
                <a:ea typeface="Arial Unicode MS"/>
                <a:cs typeface="Arial Unicode MS"/>
              </a:defRPr>
            </a:lvl3pPr>
            <a:lvl4pPr>
              <a:defRPr sz="1800" b="0">
                <a:solidFill>
                  <a:srgbClr val="15796D"/>
                </a:solidFill>
                <a:latin typeface="Arial Unicode MS"/>
                <a:ea typeface="Arial Unicode MS"/>
                <a:cs typeface="Arial Unicode MS"/>
              </a:defRPr>
            </a:lvl4pPr>
            <a:lvl5pPr>
              <a:defRPr sz="1800" b="0">
                <a:solidFill>
                  <a:srgbClr val="15796D"/>
                </a:solidFill>
                <a:latin typeface="Arial Unicode MS"/>
                <a:ea typeface="Arial Unicode MS"/>
                <a:cs typeface="Arial Unicode MS"/>
              </a:defRPr>
            </a:lvl5pPr>
            <a:lvl6pPr>
              <a:defRPr sz="1800" b="0">
                <a:solidFill>
                  <a:srgbClr val="15796D"/>
                </a:solidFill>
                <a:latin typeface="Arial Unicode MS"/>
                <a:ea typeface="Arial Unicode MS"/>
                <a:cs typeface="Arial Unicode MS"/>
              </a:defRPr>
            </a:lvl6pPr>
            <a:lvl7pPr>
              <a:defRPr sz="1800" b="0">
                <a:solidFill>
                  <a:srgbClr val="15796D"/>
                </a:solidFill>
                <a:latin typeface="Arial Unicode MS"/>
                <a:ea typeface="Arial Unicode MS"/>
                <a:cs typeface="Arial Unicode MS"/>
              </a:defRPr>
            </a:lvl7pPr>
            <a:lvl8pPr>
              <a:defRPr sz="1800" b="0">
                <a:solidFill>
                  <a:srgbClr val="15796D"/>
                </a:solidFill>
                <a:latin typeface="Arial Unicode MS"/>
                <a:ea typeface="Arial Unicode MS"/>
                <a:cs typeface="Arial Unicode MS"/>
              </a:defRPr>
            </a:lvl8pPr>
            <a:lvl9pPr>
              <a:defRPr sz="1800" b="0">
                <a:solidFill>
                  <a:srgbClr val="15796D"/>
                </a:solidFill>
                <a:latin typeface="Arial Unicode MS"/>
                <a:ea typeface="Arial Unicode MS"/>
                <a:cs typeface="Arial Unicode MS"/>
              </a:defRPr>
            </a:lvl9pPr>
          </a:lstStyle>
          <a:p xmlns:a="http://schemas.openxmlformats.org/drawingml/2006/main">
            <a:pPr>
              <a:defRPr sz="1800" b="0">
                <a:solidFill>
                  <a:srgbClr val="15796D"/>
                </a:solidFill>
                <a:latin typeface="Arial Unicode MS"/>
                <a:ea typeface="Arial Unicode MS"/>
                <a:cs typeface="Arial Unicode MS"/>
              </a:defRPr>
            </a:pPr>
            <a:r>
              <a:rPr sz="1800" b="0">
                <a:solidFill>
                  <a:srgbClr val="15796D"/>
                </a:solidFill>
                <a:latin typeface="Arial Unicode MS"/>
                <a:ea typeface="Arial Unicode MS"/>
                <a:cs typeface="Arial Unicode MS"/>
              </a:rPr>
              <a:t>실제 호출 2/2회 완료 · 제안 21/21개 원문 검증</a:t>
            </a:r>
          </a:p>
        </p:txBody>
      </p:sp>
    </p:spTree>
    <p:extLst>
      <p:ext uri="{BB962C8B-B14F-4D97-AF65-F5344CB8AC3E}">
        <p14:creationId xmlns:p14="http://schemas.microsoft.com/office/powerpoint/2010/main" val="1100250016"/>
      </p:ext>
    </p:extLst>
  </p:cSld>
</p:sld>
</file>

<file path=ppt/slides/slide5.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9" name="heading">
            <a:extLst xmlns:a="http://schemas.openxmlformats.org/drawingml/2006/main">
              <a:ext uri="{FF2B5EF4-FFF2-40B4-BE49-F238E27FC236}">
                <a16:creationId xmlns:a16="http://schemas.microsoft.com/office/drawing/2014/main" id="{7B1AE326-DFAD-4DAA-B9E4-9AA1E00AD0D5}"/>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Agent 실행 흐름과 호출 제어</a:t>
            </a:r>
          </a:p>
        </p:txBody>
      </p:sp>
      <p:sp>
        <p:nvSpPr>
          <p:cNvPr id="2" name="page">
            <a:extLst xmlns:a="http://schemas.openxmlformats.org/drawingml/2006/main">
              <a:ext uri="{FF2B5EF4-FFF2-40B4-BE49-F238E27FC236}">
                <a16:creationId xmlns:a16="http://schemas.microsoft.com/office/drawing/2014/main" id="{658C65FD-D804-4575-AC0F-7A3E30FC8B29}"/>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05</a:t>
            </a:r>
          </a:p>
        </p:txBody>
      </p:sp>
      <p:sp>
        <p:nvSpPr>
          <p:cNvPr id="3" name="flow-scope">
            <a:extLst xmlns:a="http://schemas.openxmlformats.org/drawingml/2006/main">
              <a:ext uri="{FF2B5EF4-FFF2-40B4-BE49-F238E27FC236}">
                <a16:creationId xmlns:a16="http://schemas.microsoft.com/office/drawing/2014/main" id="{A5DB8CE3-C816-4984-BB50-BCE4E9D20F22}"/>
              </a:ext>
            </a:extLst>
          </p:cNvPr>
          <p:cNvSpPr>
            <a:spLocks xmlns:a="http://schemas.openxmlformats.org/drawingml/2006/main" noGrp="1"/>
          </p:cNvSpPr>
          <p:nvPr/>
        </p:nvSpPr>
        <p:spPr>
          <a:xfrm xmlns:a="http://schemas.openxmlformats.org/drawingml/2006/main">
            <a:off x="609600" y="137160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Agent Graph 설명: 직접 구현한 Python 제어 흐름 · 텍스트 AI 모드</a:t>
            </a:r>
          </a:p>
        </p:txBody>
      </p:sp>
      <p:graphicFrame>
        <p:nvGraphicFramePr>
          <p:cNvPr id="4" name="">
            <a:extLst xmlns:a="http://schemas.openxmlformats.org/drawingml/2006/main">
              <a:ext uri="{FF2B5EF4-FFF2-40B4-BE49-F238E27FC236}">
                <a16:creationId xmlns:a16="http://schemas.microsoft.com/office/drawing/2014/main" id="{16852408-257F-4AB4-882F-A030A6FC7BF8}"/>
              </a:ext>
            </a:extLst>
          </p:cNvPr>
          <p:cNvGraphicFramePr/>
          <p:nvPr/>
        </p:nvGraphicFramePr>
        <p:xfrm>
          <a:off xmlns:a="http://schemas.openxmlformats.org/drawingml/2006/main" x="609600" y="1933575"/>
          <a:ext xmlns:a="http://schemas.openxmlformats.org/drawingml/2006/main" cx="4667250" cy="3333750"/>
        </p:xfrm>
        <a:graphic xmlns:a="http://schemas.openxmlformats.org/drawingml/2006/main">
          <a:graphicData uri="http://schemas.openxmlformats.org/drawingml/2006/table">
            <a:tbl>
              <a:tblPr/>
              <a:tblGrid>
                <a:gridCol w="762000"/>
                <a:gridCol w="3905250"/>
              </a:tblGrid>
              <a:tr h="476250">
                <a:tc>
                  <a:txBody>
                    <a:bodyPr/>
                    <a:lstStyle/>
                    <a:p>
                      <a:r>
                        <a:rPr sz="1575" b="1">
                          <a:solidFill>
                            <a:srgbClr val="FFFFFF"/>
                          </a:solidFill>
                          <a:latin typeface="Arial Unicode MS"/>
                          <a:ea typeface="Arial Unicode MS"/>
                          <a:cs typeface="Arial Unicode MS"/>
                        </a:rPr>
                        <a:t>순서</a:t>
                      </a:r>
                    </a:p>
                  </a:txBody>
                  <a:tcPr marL="114300" marR="114300" marT="95250" marB="952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575" b="1">
                          <a:solidFill>
                            <a:srgbClr val="FFFFFF"/>
                          </a:solidFill>
                          <a:latin typeface="Arial Unicode MS"/>
                          <a:ea typeface="Arial Unicode MS"/>
                          <a:cs typeface="Arial Unicode MS"/>
                        </a:rPr>
                        <a:t>실행과 보류</a:t>
                      </a:r>
                    </a:p>
                  </a:txBody>
                  <a:tcPr marL="114300" marR="114300" marT="95250" marB="952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476250">
                <a:tc>
                  <a:txBody>
                    <a:bodyPr/>
                    <a:lstStyle/>
                    <a:p>
                      <a:r>
                        <a:rPr sz="1575" b="0">
                          <a:solidFill>
                            <a:srgbClr val="173C46"/>
                          </a:solidFill>
                          <a:latin typeface="Arial Unicode MS"/>
                          <a:ea typeface="Arial Unicode MS"/>
                          <a:cs typeface="Arial Unicode MS"/>
                        </a:rPr>
                        <a:t>1</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575" b="0">
                          <a:solidFill>
                            <a:srgbClr val="173C46"/>
                          </a:solidFill>
                          <a:latin typeface="Arial Unicode MS"/>
                          <a:ea typeface="Arial Unicode MS"/>
                          <a:cs typeface="Arial Unicode MS"/>
                        </a:rPr>
                        <a:t>PDF·고객사 확인</a:t>
                      </a:r>
                    </a:p>
                  </a:txBody>
                  <a:tcPr marL="114300" marR="114300" marT="95250" marB="95250" anchor="ctr">
                    <a:lnR w="9525">
                      <a:solidFill>
                        <a:srgbClr val="D3DDDA"/>
                      </a:solidFill>
                      <a:prstDash val="solid"/>
                    </a:lnR>
                    <a:lnB w="9525">
                      <a:solidFill>
                        <a:srgbClr val="D3DDDA"/>
                      </a:solidFill>
                      <a:prstDash val="solid"/>
                    </a:lnB>
                    <a:solidFill>
                      <a:srgbClr val="E8F1ED"/>
                    </a:solidFill>
                  </a:tcPr>
                </a:tc>
              </a:tr>
              <a:tr h="476250">
                <a:tc>
                  <a:txBody>
                    <a:bodyPr/>
                    <a:lstStyle/>
                    <a:p>
                      <a:r>
                        <a:rPr sz="1575" b="0">
                          <a:solidFill>
                            <a:srgbClr val="173C46"/>
                          </a:solidFill>
                          <a:latin typeface="Arial Unicode MS"/>
                          <a:ea typeface="Arial Unicode MS"/>
                          <a:cs typeface="Arial Unicode MS"/>
                        </a:rPr>
                        <a:t>2</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575" b="0">
                          <a:solidFill>
                            <a:srgbClr val="173C46"/>
                          </a:solidFill>
                          <a:latin typeface="Arial Unicode MS"/>
                          <a:ea typeface="Arial Unicode MS"/>
                          <a:cs typeface="Arial Unicode MS"/>
                        </a:rPr>
                        <a:t>AI 검색 계획 → 코드 검색</a:t>
                      </a:r>
                    </a:p>
                  </a:txBody>
                  <a:tcPr marL="114300" marR="114300" marT="95250" marB="95250" anchor="ctr">
                    <a:lnR w="9525">
                      <a:solidFill>
                        <a:srgbClr val="D3DDDA"/>
                      </a:solidFill>
                      <a:prstDash val="solid"/>
                    </a:lnR>
                    <a:lnB w="9525">
                      <a:solidFill>
                        <a:srgbClr val="D3DDDA"/>
                      </a:solidFill>
                      <a:prstDash val="solid"/>
                    </a:lnB>
                    <a:solidFill>
                      <a:srgbClr val="FFFFFF"/>
                    </a:solidFill>
                  </a:tcPr>
                </a:tc>
              </a:tr>
              <a:tr h="476250">
                <a:tc>
                  <a:txBody>
                    <a:bodyPr/>
                    <a:lstStyle/>
                    <a:p>
                      <a:r>
                        <a:rPr sz="1575" b="0">
                          <a:solidFill>
                            <a:srgbClr val="173C46"/>
                          </a:solidFill>
                          <a:latin typeface="Arial Unicode MS"/>
                          <a:ea typeface="Arial Unicode MS"/>
                          <a:cs typeface="Arial Unicode MS"/>
                        </a:rPr>
                        <a:t>3</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575" b="0">
                          <a:solidFill>
                            <a:srgbClr val="173C46"/>
                          </a:solidFill>
                          <a:latin typeface="Arial Unicode MS"/>
                          <a:ea typeface="Arial Unicode MS"/>
                          <a:cs typeface="Arial Unicode MS"/>
                        </a:rPr>
                        <a:t>근거가 있을 때 AI 값 제안</a:t>
                      </a:r>
                    </a:p>
                  </a:txBody>
                  <a:tcPr marL="114300" marR="114300" marT="95250" marB="95250" anchor="ctr">
                    <a:lnR w="9525">
                      <a:solidFill>
                        <a:srgbClr val="D3DDDA"/>
                      </a:solidFill>
                      <a:prstDash val="solid"/>
                    </a:lnR>
                    <a:lnB w="9525">
                      <a:solidFill>
                        <a:srgbClr val="D3DDDA"/>
                      </a:solidFill>
                      <a:prstDash val="solid"/>
                    </a:lnB>
                    <a:solidFill>
                      <a:srgbClr val="E8F1ED"/>
                    </a:solidFill>
                  </a:tcPr>
                </a:tc>
              </a:tr>
              <a:tr h="476250">
                <a:tc>
                  <a:txBody>
                    <a:bodyPr/>
                    <a:lstStyle/>
                    <a:p>
                      <a:r>
                        <a:rPr sz="1575" b="0">
                          <a:solidFill>
                            <a:srgbClr val="173C46"/>
                          </a:solidFill>
                          <a:latin typeface="Arial Unicode MS"/>
                          <a:ea typeface="Arial Unicode MS"/>
                          <a:cs typeface="Arial Unicode MS"/>
                        </a:rPr>
                        <a:t>4</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575" b="0">
                          <a:solidFill>
                            <a:srgbClr val="173C46"/>
                          </a:solidFill>
                          <a:latin typeface="Arial Unicode MS"/>
                          <a:ea typeface="Arial Unicode MS"/>
                          <a:cs typeface="Arial Unicode MS"/>
                        </a:rPr>
                        <a:t>코드로 원문·값·조건 검증</a:t>
                      </a:r>
                    </a:p>
                  </a:txBody>
                  <a:tcPr marL="114300" marR="114300" marT="95250" marB="95250" anchor="ctr">
                    <a:lnR w="9525">
                      <a:solidFill>
                        <a:srgbClr val="D3DDDA"/>
                      </a:solidFill>
                      <a:prstDash val="solid"/>
                    </a:lnR>
                    <a:lnB w="9525">
                      <a:solidFill>
                        <a:srgbClr val="D3DDDA"/>
                      </a:solidFill>
                      <a:prstDash val="solid"/>
                    </a:lnB>
                    <a:solidFill>
                      <a:srgbClr val="FFFFFF"/>
                    </a:solidFill>
                  </a:tcPr>
                </a:tc>
              </a:tr>
              <a:tr h="476250">
                <a:tc>
                  <a:txBody>
                    <a:bodyPr/>
                    <a:lstStyle/>
                    <a:p>
                      <a:r>
                        <a:rPr sz="1575" b="0">
                          <a:solidFill>
                            <a:srgbClr val="173C46"/>
                          </a:solidFill>
                          <a:latin typeface="Arial Unicode MS"/>
                          <a:ea typeface="Arial Unicode MS"/>
                          <a:cs typeface="Arial Unicode MS"/>
                        </a:rPr>
                        <a:t>5</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575" b="0">
                          <a:solidFill>
                            <a:srgbClr val="173C46"/>
                          </a:solidFill>
                          <a:latin typeface="Arial Unicode MS"/>
                          <a:ea typeface="Arial Unicode MS"/>
                          <a:cs typeface="Arial Unicode MS"/>
                        </a:rPr>
                        <a:t>변경 선택 → 코드 사양 비교</a:t>
                      </a:r>
                    </a:p>
                  </a:txBody>
                  <a:tcPr marL="114300" marR="114300" marT="95250" marB="95250" anchor="ctr">
                    <a:lnR w="9525">
                      <a:solidFill>
                        <a:srgbClr val="D3DDDA"/>
                      </a:solidFill>
                      <a:prstDash val="solid"/>
                    </a:lnR>
                    <a:lnB w="9525">
                      <a:solidFill>
                        <a:srgbClr val="D3DDDA"/>
                      </a:solidFill>
                      <a:prstDash val="solid"/>
                    </a:lnB>
                    <a:solidFill>
                      <a:srgbClr val="E8F1ED"/>
                    </a:solidFill>
                  </a:tcPr>
                </a:tc>
              </a:tr>
              <a:tr h="476250">
                <a:tc>
                  <a:txBody>
                    <a:bodyPr/>
                    <a:lstStyle/>
                    <a:p>
                      <a:r>
                        <a:rPr sz="1575" b="0">
                          <a:solidFill>
                            <a:srgbClr val="173C46"/>
                          </a:solidFill>
                          <a:latin typeface="Arial Unicode MS"/>
                          <a:ea typeface="Arial Unicode MS"/>
                          <a:cs typeface="Arial Unicode MS"/>
                        </a:rPr>
                        <a:t>6</a:t>
                      </a:r>
                    </a:p>
                  </a:txBody>
                  <a:tcPr marL="114300" marR="114300" marT="95250" marB="952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575" b="0">
                          <a:solidFill>
                            <a:srgbClr val="173C46"/>
                          </a:solidFill>
                          <a:latin typeface="Arial Unicode MS"/>
                          <a:ea typeface="Arial Unicode MS"/>
                          <a:cs typeface="Arial Unicode MS"/>
                        </a:rPr>
                        <a:t>결과·근거 보관과 보고서</a:t>
                      </a:r>
                    </a:p>
                  </a:txBody>
                  <a:tcPr marL="114300" marR="114300" marT="95250" marB="95250" anchor="ctr">
                    <a:lnR w="9525">
                      <a:solidFill>
                        <a:srgbClr val="D3DDDA"/>
                      </a:solidFill>
                      <a:prstDash val="solid"/>
                    </a:lnR>
                    <a:lnB w="9525">
                      <a:solidFill>
                        <a:srgbClr val="D3DDDA"/>
                      </a:solidFill>
                      <a:prstDash val="solid"/>
                    </a:lnB>
                    <a:solidFill>
                      <a:srgbClr val="FFFFFF"/>
                    </a:solidFill>
                  </a:tcPr>
                </a:tc>
              </a:tr>
            </a:tbl>
          </a:graphicData>
        </a:graphic>
      </p:graphicFrame>
      <p:sp>
        <p:nvSpPr>
          <p:cNvPr id="5" name="path">
            <a:extLst xmlns:a="http://schemas.openxmlformats.org/drawingml/2006/main">
              <a:ext uri="{FF2B5EF4-FFF2-40B4-BE49-F238E27FC236}">
                <a16:creationId xmlns:a16="http://schemas.microsoft.com/office/drawing/2014/main" id="{4B39D296-3F44-4713-80F0-A95A33EFD48F}"/>
              </a:ext>
            </a:extLst>
          </p:cNvPr>
          <p:cNvSpPr>
            <a:spLocks xmlns:a="http://schemas.openxmlformats.org/drawingml/2006/main" noGrp="1"/>
          </p:cNvSpPr>
          <p:nvPr/>
        </p:nvSpPr>
        <p:spPr>
          <a:xfrm xmlns:a="http://schemas.openxmlformats.org/drawingml/2006/main">
            <a:off x="5676900" y="1943100"/>
            <a:ext cx="5905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extraction_agent.py · 607–612행</a:t>
            </a:r>
          </a:p>
        </p:txBody>
      </p:sp>
      <p:sp>
        <p:nvSpPr>
          <p:cNvPr id="6" name="code">
            <a:extLst xmlns:a="http://schemas.openxmlformats.org/drawingml/2006/main">
              <a:ext uri="{FF2B5EF4-FFF2-40B4-BE49-F238E27FC236}">
                <a16:creationId xmlns:a16="http://schemas.microsoft.com/office/drawing/2014/main" id="{6CBA9F29-B460-47DA-9380-1B5F8D4E9519}"/>
              </a:ext>
            </a:extLst>
          </p:cNvPr>
          <p:cNvSpPr>
            <a:spLocks xmlns:a="http://schemas.openxmlformats.org/drawingml/2006/main" noGrp="1"/>
          </p:cNvSpPr>
          <p:nvPr/>
        </p:nvSpPr>
        <p:spPr>
          <a:xfrm xmlns:a="http://schemas.openxmlformats.org/drawingml/2006/main">
            <a:off x="5676900" y="2514600"/>
            <a:ext cx="59055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173C46"/>
                </a:solidFill>
                <a:latin typeface="Arial Unicode MS"/>
                <a:ea typeface="Arial Unicode MS"/>
                <a:cs typeface="Arial Unicode MS"/>
              </a:defRPr>
            </a:defPPr>
            <a:lvl1pPr>
              <a:buNone/>
              <a:defRPr sz="1500" b="0">
                <a:solidFill>
                  <a:srgbClr val="173C46"/>
                </a:solidFill>
                <a:latin typeface="Arial Unicode MS"/>
                <a:ea typeface="Arial Unicode MS"/>
                <a:cs typeface="Arial Unicode MS"/>
              </a:defRPr>
            </a:lvl1pPr>
            <a:lvl2pPr>
              <a:buNone/>
              <a:defRPr sz="1500" b="0">
                <a:solidFill>
                  <a:srgbClr val="173C46"/>
                </a:solidFill>
                <a:latin typeface="Arial Unicode MS"/>
                <a:ea typeface="Arial Unicode MS"/>
                <a:cs typeface="Arial Unicode MS"/>
              </a:defRPr>
            </a:lvl2pPr>
            <a:lvl3pPr>
              <a:buNone/>
              <a:defRPr sz="1500" b="0">
                <a:solidFill>
                  <a:srgbClr val="173C46"/>
                </a:solidFill>
                <a:latin typeface="Arial Unicode MS"/>
                <a:ea typeface="Arial Unicode MS"/>
                <a:cs typeface="Arial Unicode MS"/>
              </a:defRPr>
            </a:lvl3pPr>
            <a:lvl4pPr>
              <a:buNone/>
              <a:defRPr sz="1500" b="0">
                <a:solidFill>
                  <a:srgbClr val="173C46"/>
                </a:solidFill>
                <a:latin typeface="Arial Unicode MS"/>
                <a:ea typeface="Arial Unicode MS"/>
                <a:cs typeface="Arial Unicode MS"/>
              </a:defRPr>
            </a:lvl4pPr>
            <a:lvl5pPr>
              <a:buNone/>
              <a:defRPr sz="1500" b="0">
                <a:solidFill>
                  <a:srgbClr val="173C46"/>
                </a:solidFill>
                <a:latin typeface="Arial Unicode MS"/>
                <a:ea typeface="Arial Unicode MS"/>
                <a:cs typeface="Arial Unicode MS"/>
              </a:defRPr>
            </a:lvl5pPr>
            <a:lvl6pPr>
              <a:buNone/>
              <a:defRPr sz="1500" b="0">
                <a:solidFill>
                  <a:srgbClr val="173C46"/>
                </a:solidFill>
                <a:latin typeface="Arial Unicode MS"/>
                <a:ea typeface="Arial Unicode MS"/>
                <a:cs typeface="Arial Unicode MS"/>
              </a:defRPr>
            </a:lvl6pPr>
            <a:lvl7pPr>
              <a:buNone/>
              <a:defRPr sz="1500" b="0">
                <a:solidFill>
                  <a:srgbClr val="173C46"/>
                </a:solidFill>
                <a:latin typeface="Arial Unicode MS"/>
                <a:ea typeface="Arial Unicode MS"/>
                <a:cs typeface="Arial Unicode MS"/>
              </a:defRPr>
            </a:lvl7pPr>
            <a:lvl8pPr>
              <a:buNone/>
              <a:defRPr sz="1500" b="0">
                <a:solidFill>
                  <a:srgbClr val="173C46"/>
                </a:solidFill>
                <a:latin typeface="Arial Unicode MS"/>
                <a:ea typeface="Arial Unicode MS"/>
                <a:cs typeface="Arial Unicode MS"/>
              </a:defRPr>
            </a:lvl8pPr>
            <a:lvl9pPr>
              <a:buNone/>
              <a:defRPr sz="1500" b="0">
                <a:solidFill>
                  <a:srgbClr val="173C46"/>
                </a:solidFill>
                <a:latin typeface="Arial Unicode MS"/>
                <a:ea typeface="Arial Unicode MS"/>
                <a:cs typeface="Arial Unicode MS"/>
              </a:defRPr>
            </a:lvl9pPr>
          </a:lstStyle>
          <a:p xmlns:a="http://schemas.openxmlformats.org/drawingml/2006/main">
            <a:pPr>
              <a:buNone/>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def call(payload):</a:t>
            </a:r>
          </a:p>
          <a:p xmlns:a="http://schemas.openxmlformats.org/drawingml/2006/main">
            <a:pPr>
              <a:buNone/>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remaining = deadline - time.monotonic()</a:t>
            </a:r>
          </a:p>
          <a:p xmlns:a="http://schemas.openxmlformats.org/drawingml/2006/main">
            <a:pPr>
              <a:buNone/>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if remaining &lt;= 0 or output["llm_calls"] &gt;= 2:</a:t>
            </a:r>
          </a:p>
          <a:p xmlns:a="http://schemas.openxmlformats.org/drawingml/2006/main">
            <a:pPr>
              <a:buNone/>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raise TimeoutError("전체 실행 제한을 초과했습니다.")</a:t>
            </a:r>
          </a:p>
          <a:p xmlns:a="http://schemas.openxmlformats.org/drawingml/2006/main">
            <a:pPr>
              <a:buNone/>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output["llm_calls"] += 1</a:t>
            </a:r>
          </a:p>
          <a:p xmlns:a="http://schemas.openxmlformats.org/drawingml/2006/main">
            <a:pPr>
              <a:buNone/>
              <a:defRPr sz="1500" b="0">
                <a:solidFill>
                  <a:srgbClr val="173C46"/>
                </a:solidFill>
                <a:latin typeface="Arial Unicode MS"/>
                <a:ea typeface="Arial Unicode MS"/>
                <a:cs typeface="Arial Unicode MS"/>
              </a:defRPr>
            </a:pPr>
            <a:r>
              <a:rPr sz="1500" b="0">
                <a:solidFill>
                  <a:srgbClr val="173C46"/>
                </a:solidFill>
                <a:latin typeface="Arial Unicode MS"/>
                <a:ea typeface="Arial Unicode MS"/>
                <a:cs typeface="Arial Unicode MS"/>
              </a:rPr>
              <a:t>    execution["calls_attempted"] += 1</a:t>
            </a:r>
          </a:p>
        </p:txBody>
      </p:sp>
      <p:sp>
        <p:nvSpPr>
          <p:cNvPr id="7" name="budget">
            <a:extLst xmlns:a="http://schemas.openxmlformats.org/drawingml/2006/main">
              <a:ext uri="{FF2B5EF4-FFF2-40B4-BE49-F238E27FC236}">
                <a16:creationId xmlns:a16="http://schemas.microsoft.com/office/drawing/2014/main" id="{E8FADEE6-B0B8-4014-AC70-B0C48E1E7F91}"/>
              </a:ext>
            </a:extLst>
          </p:cNvPr>
          <p:cNvSpPr>
            <a:spLocks xmlns:a="http://schemas.openxmlformats.org/drawingml/2006/main" noGrp="1"/>
          </p:cNvSpPr>
          <p:nvPr/>
        </p:nvSpPr>
        <p:spPr>
          <a:xfrm xmlns:a="http://schemas.openxmlformats.org/drawingml/2006/main">
            <a:off x="5676900" y="4591050"/>
            <a:ext cx="590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5796D"/>
                </a:solidFill>
                <a:latin typeface="Arial Unicode MS"/>
                <a:ea typeface="Arial Unicode MS"/>
                <a:cs typeface="Arial Unicode MS"/>
              </a:defRPr>
            </a:defPPr>
            <a:lvl1pPr>
              <a:buNone/>
              <a:defRPr sz="1725" b="0">
                <a:solidFill>
                  <a:srgbClr val="15796D"/>
                </a:solidFill>
                <a:latin typeface="Arial Unicode MS"/>
                <a:ea typeface="Arial Unicode MS"/>
                <a:cs typeface="Arial Unicode MS"/>
              </a:defRPr>
            </a:lvl1pPr>
            <a:lvl2pPr>
              <a:buNone/>
              <a:defRPr sz="1725" b="0">
                <a:solidFill>
                  <a:srgbClr val="15796D"/>
                </a:solidFill>
                <a:latin typeface="Arial Unicode MS"/>
                <a:ea typeface="Arial Unicode MS"/>
                <a:cs typeface="Arial Unicode MS"/>
              </a:defRPr>
            </a:lvl2pPr>
            <a:lvl3pPr>
              <a:buNone/>
              <a:defRPr sz="1725" b="0">
                <a:solidFill>
                  <a:srgbClr val="15796D"/>
                </a:solidFill>
                <a:latin typeface="Arial Unicode MS"/>
                <a:ea typeface="Arial Unicode MS"/>
                <a:cs typeface="Arial Unicode MS"/>
              </a:defRPr>
            </a:lvl3pPr>
            <a:lvl4pPr>
              <a:buNone/>
              <a:defRPr sz="1725" b="0">
                <a:solidFill>
                  <a:srgbClr val="15796D"/>
                </a:solidFill>
                <a:latin typeface="Arial Unicode MS"/>
                <a:ea typeface="Arial Unicode MS"/>
                <a:cs typeface="Arial Unicode MS"/>
              </a:defRPr>
            </a:lvl4pPr>
            <a:lvl5pPr>
              <a:buNone/>
              <a:defRPr sz="1725" b="0">
                <a:solidFill>
                  <a:srgbClr val="15796D"/>
                </a:solidFill>
                <a:latin typeface="Arial Unicode MS"/>
                <a:ea typeface="Arial Unicode MS"/>
                <a:cs typeface="Arial Unicode MS"/>
              </a:defRPr>
            </a:lvl5pPr>
            <a:lvl6pPr>
              <a:buNone/>
              <a:defRPr sz="1725" b="0">
                <a:solidFill>
                  <a:srgbClr val="15796D"/>
                </a:solidFill>
                <a:latin typeface="Arial Unicode MS"/>
                <a:ea typeface="Arial Unicode MS"/>
                <a:cs typeface="Arial Unicode MS"/>
              </a:defRPr>
            </a:lvl6pPr>
            <a:lvl7pPr>
              <a:buNone/>
              <a:defRPr sz="1725" b="0">
                <a:solidFill>
                  <a:srgbClr val="15796D"/>
                </a:solidFill>
                <a:latin typeface="Arial Unicode MS"/>
                <a:ea typeface="Arial Unicode MS"/>
                <a:cs typeface="Arial Unicode MS"/>
              </a:defRPr>
            </a:lvl7pPr>
            <a:lvl8pPr>
              <a:buNone/>
              <a:defRPr sz="1725" b="0">
                <a:solidFill>
                  <a:srgbClr val="15796D"/>
                </a:solidFill>
                <a:latin typeface="Arial Unicode MS"/>
                <a:ea typeface="Arial Unicode MS"/>
                <a:cs typeface="Arial Unicode MS"/>
              </a:defRPr>
            </a:lvl8pPr>
            <a:lvl9pPr>
              <a:buNone/>
              <a:defRPr sz="1725" b="0">
                <a:solidFill>
                  <a:srgbClr val="15796D"/>
                </a:solidFill>
                <a:latin typeface="Arial Unicode MS"/>
                <a:ea typeface="Arial Unicode MS"/>
                <a:cs typeface="Arial Unicode MS"/>
              </a:defRPr>
            </a:lvl9pPr>
          </a:lstStyle>
          <a:p xmlns:a="http://schemas.openxmlformats.org/drawingml/2006/main">
            <a:pPr>
              <a:buNone/>
              <a:defRPr sz="1725" b="0">
                <a:solidFill>
                  <a:srgbClr val="15796D"/>
                </a:solidFill>
                <a:latin typeface="Arial Unicode MS"/>
                <a:ea typeface="Arial Unicode MS"/>
                <a:cs typeface="Arial Unicode MS"/>
              </a:defRPr>
            </a:pPr>
            <a:r>
              <a:rPr sz="1725" b="0">
                <a:solidFill>
                  <a:srgbClr val="15796D"/>
                </a:solidFill>
                <a:latin typeface="Arial Unicode MS"/>
                <a:ea typeface="Arial Unicode MS"/>
                <a:cs typeface="Arial Unicode MS"/>
              </a:rPr>
              <a:t>최대 2회 · 전체 90초 예산</a:t>
            </a:r>
          </a:p>
          <a:p xmlns:a="http://schemas.openxmlformats.org/drawingml/2006/main">
            <a:pPr>
              <a:buNone/>
              <a:defRPr sz="1725" b="0">
                <a:solidFill>
                  <a:srgbClr val="15796D"/>
                </a:solidFill>
                <a:latin typeface="Arial Unicode MS"/>
                <a:ea typeface="Arial Unicode MS"/>
                <a:cs typeface="Arial Unicode MS"/>
              </a:defRPr>
            </a:pPr>
            <a:r>
              <a:rPr sz="1725" b="0">
                <a:solidFill>
                  <a:srgbClr val="15796D"/>
                </a:solidFill>
                <a:latin typeface="Arial Unicode MS"/>
                <a:ea typeface="Arial Unicode MS"/>
                <a:cs typeface="Arial Unicode MS"/>
              </a:rPr>
              <a:t>OpenAI 선택 · 자동 대체 호출 없음</a:t>
            </a:r>
          </a:p>
        </p:txBody>
      </p:sp>
      <p:sp>
        <p:nvSpPr>
          <p:cNvPr id="8" name="not-used">
            <a:extLst xmlns:a="http://schemas.openxmlformats.org/drawingml/2006/main">
              <a:ext uri="{FF2B5EF4-FFF2-40B4-BE49-F238E27FC236}">
                <a16:creationId xmlns:a16="http://schemas.microsoft.com/office/drawing/2014/main" id="{62AF5412-B794-47AD-B659-BC0587DEA80B}"/>
              </a:ext>
            </a:extLst>
          </p:cNvPr>
          <p:cNvSpPr>
            <a:spLocks xmlns:a="http://schemas.openxmlformats.org/drawingml/2006/main" noGrp="1"/>
          </p:cNvSpPr>
          <p:nvPr/>
        </p:nvSpPr>
        <p:spPr>
          <a:xfrm xmlns:a="http://schemas.openxmlformats.org/drawingml/2006/main">
            <a:off x="609600" y="5724525"/>
            <a:ext cx="1038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Multi-Agent · MCP · LangGraph · LangSmith는 사용하지 않았습니다.</a:t>
            </a:r>
          </a:p>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별도 AI 구조 확인 버튼은 추가 호출 경로입니다.</a:t>
            </a:r>
          </a:p>
        </p:txBody>
      </p:sp>
    </p:spTree>
    <p:extLst>
      <p:ext uri="{BB962C8B-B14F-4D97-AF65-F5344CB8AC3E}">
        <p14:creationId xmlns:p14="http://schemas.microsoft.com/office/powerpoint/2010/main" val="112592268"/>
      </p:ext>
    </p:extLst>
  </p:cSld>
</p:sld>
</file>

<file path=ppt/slides/slide6.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4B4A4428-12E6-46B1-B220-46846213FE5E}"/>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1  근거 검색</a:t>
            </a:r>
          </a:p>
        </p:txBody>
      </p:sp>
      <p:sp>
        <p:nvSpPr>
          <p:cNvPr id="2" name="page">
            <a:extLst xmlns:a="http://schemas.openxmlformats.org/drawingml/2006/main">
              <a:ext uri="{FF2B5EF4-FFF2-40B4-BE49-F238E27FC236}">
                <a16:creationId xmlns:a16="http://schemas.microsoft.com/office/drawing/2014/main" id="{D4B1A1BC-A4AB-4C15-A603-E9EC0DB2450F}"/>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06</a:t>
            </a:r>
          </a:p>
        </p:txBody>
      </p:sp>
      <p:sp>
        <p:nvSpPr>
          <p:cNvPr id="3" name="path">
            <a:extLst xmlns:a="http://schemas.openxmlformats.org/drawingml/2006/main">
              <a:ext uri="{FF2B5EF4-FFF2-40B4-BE49-F238E27FC236}">
                <a16:creationId xmlns:a16="http://schemas.microsoft.com/office/drawing/2014/main" id="{DF808DAE-23BA-444A-AC10-105A513AA58A}"/>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extraction_agent.py · 315–323행, 실제 코드 일부</a:t>
            </a:r>
          </a:p>
        </p:txBody>
      </p:sp>
      <p:sp>
        <p:nvSpPr>
          <p:cNvPr id="4" name="code">
            <a:extLst xmlns:a="http://schemas.openxmlformats.org/drawingml/2006/main">
              <a:ext uri="{FF2B5EF4-FFF2-40B4-BE49-F238E27FC236}">
                <a16:creationId xmlns:a16="http://schemas.microsoft.com/office/drawing/2014/main" id="{30B39EA8-859D-4B11-8773-DEEF2CF3AD15}"/>
              </a:ext>
            </a:extLst>
          </p:cNvPr>
          <p:cNvSpPr>
            <a:spLocks xmlns:a="http://schemas.openxmlformats.org/drawingml/2006/main" noGrp="1"/>
          </p:cNvSpPr>
          <p:nvPr/>
        </p:nvSpPr>
        <p:spPr>
          <a:xfrm xmlns:a="http://schemas.openxmlformats.org/drawingml/2006/main">
            <a:off x="609600" y="2143125"/>
            <a:ext cx="109537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3C46"/>
                </a:solidFill>
                <a:latin typeface="Arial Unicode MS"/>
                <a:ea typeface="Arial Unicode MS"/>
                <a:cs typeface="Arial Unicode MS"/>
              </a:defRPr>
            </a:defPPr>
            <a:lvl1pPr>
              <a:buNone/>
              <a:defRPr sz="1800" b="0">
                <a:solidFill>
                  <a:srgbClr val="173C46"/>
                </a:solidFill>
                <a:latin typeface="Arial Unicode MS"/>
                <a:ea typeface="Arial Unicode MS"/>
                <a:cs typeface="Arial Unicode MS"/>
              </a:defRPr>
            </a:lvl1pPr>
            <a:lvl2pPr>
              <a:buNone/>
              <a:defRPr sz="1800" b="0">
                <a:solidFill>
                  <a:srgbClr val="173C46"/>
                </a:solidFill>
                <a:latin typeface="Arial Unicode MS"/>
                <a:ea typeface="Arial Unicode MS"/>
                <a:cs typeface="Arial Unicode MS"/>
              </a:defRPr>
            </a:lvl2pPr>
            <a:lvl3pPr>
              <a:buNone/>
              <a:defRPr sz="1800" b="0">
                <a:solidFill>
                  <a:srgbClr val="173C46"/>
                </a:solidFill>
                <a:latin typeface="Arial Unicode MS"/>
                <a:ea typeface="Arial Unicode MS"/>
                <a:cs typeface="Arial Unicode MS"/>
              </a:defRPr>
            </a:lvl3pPr>
            <a:lvl4pPr>
              <a:buNone/>
              <a:defRPr sz="1800" b="0">
                <a:solidFill>
                  <a:srgbClr val="173C46"/>
                </a:solidFill>
                <a:latin typeface="Arial Unicode MS"/>
                <a:ea typeface="Arial Unicode MS"/>
                <a:cs typeface="Arial Unicode MS"/>
              </a:defRPr>
            </a:lvl4pPr>
            <a:lvl5pPr>
              <a:buNone/>
              <a:defRPr sz="1800" b="0">
                <a:solidFill>
                  <a:srgbClr val="173C46"/>
                </a:solidFill>
                <a:latin typeface="Arial Unicode MS"/>
                <a:ea typeface="Arial Unicode MS"/>
                <a:cs typeface="Arial Unicode MS"/>
              </a:defRPr>
            </a:lvl5pPr>
            <a:lvl6pPr>
              <a:buNone/>
              <a:defRPr sz="1800" b="0">
                <a:solidFill>
                  <a:srgbClr val="173C46"/>
                </a:solidFill>
                <a:latin typeface="Arial Unicode MS"/>
                <a:ea typeface="Arial Unicode MS"/>
                <a:cs typeface="Arial Unicode MS"/>
              </a:defRPr>
            </a:lvl6pPr>
            <a:lvl7pPr>
              <a:buNone/>
              <a:defRPr sz="1800" b="0">
                <a:solidFill>
                  <a:srgbClr val="173C46"/>
                </a:solidFill>
                <a:latin typeface="Arial Unicode MS"/>
                <a:ea typeface="Arial Unicode MS"/>
                <a:cs typeface="Arial Unicode MS"/>
              </a:defRPr>
            </a:lvl7pPr>
            <a:lvl8pPr>
              <a:buNone/>
              <a:defRPr sz="1800" b="0">
                <a:solidFill>
                  <a:srgbClr val="173C46"/>
                </a:solidFill>
                <a:latin typeface="Arial Unicode MS"/>
                <a:ea typeface="Arial Unicode MS"/>
                <a:cs typeface="Arial Unicode MS"/>
              </a:defRPr>
            </a:lvl8pPr>
            <a:lvl9pPr>
              <a:buNone/>
              <a:defRPr sz="1800" b="0">
                <a:solidFill>
                  <a:srgbClr val="173C46"/>
                </a:solidFill>
                <a:latin typeface="Arial Unicode MS"/>
                <a:ea typeface="Arial Unicode MS"/>
                <a:cs typeface="Arial Unicode MS"/>
              </a:defRPr>
            </a:lvl9pPr>
          </a:lstStyle>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score = 1 + sum(term in text.casefold() for term in terms)</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ranked.append((score, occurrence))</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ranked.sort(key=lambda pair: (-pair[0], pair[1]["page"], pair[1]["start"]))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for _, occurrence in ranked[:2]:</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text = occurrence["text"][:min(MAX_SNIPPET_CHARACTERS, query_budget)]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if not text: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continue</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budget -= len(text)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query_budget -= len(text)</a:t>
            </a:r>
          </a:p>
        </p:txBody>
      </p:sp>
      <p:sp>
        <p:nvSpPr>
          <p:cNvPr id="5" name="explain">
            <a:extLst xmlns:a="http://schemas.openxmlformats.org/drawingml/2006/main">
              <a:ext uri="{FF2B5EF4-FFF2-40B4-BE49-F238E27FC236}">
                <a16:creationId xmlns:a16="http://schemas.microsoft.com/office/drawing/2014/main" id="{B2D0F95A-4946-4146-BBB9-DF0EE05890B1}"/>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buNone/>
              <a:defRPr sz="2025" b="0">
                <a:solidFill>
                  <a:srgbClr val="15796D"/>
                </a:solidFill>
                <a:latin typeface="Arial Unicode MS"/>
                <a:ea typeface="Arial Unicode MS"/>
                <a:cs typeface="Arial Unicode MS"/>
              </a:defRPr>
            </a:lvl1pPr>
            <a:lvl2pPr>
              <a:buNone/>
              <a:defRPr sz="2025" b="0">
                <a:solidFill>
                  <a:srgbClr val="15796D"/>
                </a:solidFill>
                <a:latin typeface="Arial Unicode MS"/>
                <a:ea typeface="Arial Unicode MS"/>
                <a:cs typeface="Arial Unicode MS"/>
              </a:defRPr>
            </a:lvl2pPr>
            <a:lvl3pPr>
              <a:buNone/>
              <a:defRPr sz="2025" b="0">
                <a:solidFill>
                  <a:srgbClr val="15796D"/>
                </a:solidFill>
                <a:latin typeface="Arial Unicode MS"/>
                <a:ea typeface="Arial Unicode MS"/>
                <a:cs typeface="Arial Unicode MS"/>
              </a:defRPr>
            </a:lvl3pPr>
            <a:lvl4pPr>
              <a:buNone/>
              <a:defRPr sz="2025" b="0">
                <a:solidFill>
                  <a:srgbClr val="15796D"/>
                </a:solidFill>
                <a:latin typeface="Arial Unicode MS"/>
                <a:ea typeface="Arial Unicode MS"/>
                <a:cs typeface="Arial Unicode MS"/>
              </a:defRPr>
            </a:lvl4pPr>
            <a:lvl5pPr>
              <a:buNone/>
              <a:defRPr sz="2025" b="0">
                <a:solidFill>
                  <a:srgbClr val="15796D"/>
                </a:solidFill>
                <a:latin typeface="Arial Unicode MS"/>
                <a:ea typeface="Arial Unicode MS"/>
                <a:cs typeface="Arial Unicode MS"/>
              </a:defRPr>
            </a:lvl5pPr>
            <a:lvl6pPr>
              <a:buNone/>
              <a:defRPr sz="2025" b="0">
                <a:solidFill>
                  <a:srgbClr val="15796D"/>
                </a:solidFill>
                <a:latin typeface="Arial Unicode MS"/>
                <a:ea typeface="Arial Unicode MS"/>
                <a:cs typeface="Arial Unicode MS"/>
              </a:defRPr>
            </a:lvl6pPr>
            <a:lvl7pPr>
              <a:buNone/>
              <a:defRPr sz="2025" b="0">
                <a:solidFill>
                  <a:srgbClr val="15796D"/>
                </a:solidFill>
                <a:latin typeface="Arial Unicode MS"/>
                <a:ea typeface="Arial Unicode MS"/>
                <a:cs typeface="Arial Unicode MS"/>
              </a:defRPr>
            </a:lvl7pPr>
            <a:lvl8pPr>
              <a:buNone/>
              <a:defRPr sz="2025" b="0">
                <a:solidFill>
                  <a:srgbClr val="15796D"/>
                </a:solidFill>
                <a:latin typeface="Arial Unicode MS"/>
                <a:ea typeface="Arial Unicode MS"/>
                <a:cs typeface="Arial Unicode MS"/>
              </a:defRPr>
            </a:lvl8pPr>
            <a:lvl9pPr>
              <a:buNone/>
              <a:defRPr sz="2025" b="0">
                <a:solidFill>
                  <a:srgbClr val="15796D"/>
                </a:solidFill>
                <a:latin typeface="Arial Unicode MS"/>
                <a:ea typeface="Arial Unicode MS"/>
                <a:cs typeface="Arial Unicode MS"/>
              </a:defRPr>
            </a:lvl9pPr>
          </a:lstStyle>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문서·항목·검색어를 받아 상위 원문을 찾습니다.</a:t>
            </a:r>
          </a:p>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페이지와 인용문을 붙여 다음 AI 추출 요청에 전달합니다.</a:t>
            </a:r>
          </a:p>
        </p:txBody>
      </p:sp>
    </p:spTree>
    <p:extLst>
      <p:ext uri="{BB962C8B-B14F-4D97-AF65-F5344CB8AC3E}">
        <p14:creationId xmlns:p14="http://schemas.microsoft.com/office/powerpoint/2010/main" val="582785136"/>
      </p:ext>
    </p:extLst>
  </p:cSld>
</p:sld>
</file>

<file path=ppt/slides/slide7.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24C161CC-340F-463C-93B7-1D793454E770}"/>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2  원문과 제안값 검증</a:t>
            </a:r>
          </a:p>
        </p:txBody>
      </p:sp>
      <p:sp>
        <p:nvSpPr>
          <p:cNvPr id="2" name="page">
            <a:extLst xmlns:a="http://schemas.openxmlformats.org/drawingml/2006/main">
              <a:ext uri="{FF2B5EF4-FFF2-40B4-BE49-F238E27FC236}">
                <a16:creationId xmlns:a16="http://schemas.microsoft.com/office/drawing/2014/main" id="{06C7515D-DD6B-4A4F-8D3C-CF8931419833}"/>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07</a:t>
            </a:r>
          </a:p>
        </p:txBody>
      </p:sp>
      <p:sp>
        <p:nvSpPr>
          <p:cNvPr id="3" name="path">
            <a:extLst xmlns:a="http://schemas.openxmlformats.org/drawingml/2006/main">
              <a:ext uri="{FF2B5EF4-FFF2-40B4-BE49-F238E27FC236}">
                <a16:creationId xmlns:a16="http://schemas.microsoft.com/office/drawing/2014/main" id="{B581032A-BAB2-4C94-9E8C-E31D737E8AE1}"/>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extraction_agent.py · 545–552행, 수치 검증 분기</a:t>
            </a:r>
          </a:p>
        </p:txBody>
      </p:sp>
      <p:sp>
        <p:nvSpPr>
          <p:cNvPr id="4" name="code">
            <a:extLst xmlns:a="http://schemas.openxmlformats.org/drawingml/2006/main">
              <a:ext uri="{FF2B5EF4-FFF2-40B4-BE49-F238E27FC236}">
                <a16:creationId xmlns:a16="http://schemas.microsoft.com/office/drawing/2014/main" id="{BE6AC2D4-FFDD-4C33-A078-99C5CBAAE380}"/>
              </a:ext>
            </a:extLst>
          </p:cNvPr>
          <p:cNvSpPr>
            <a:spLocks xmlns:a="http://schemas.openxmlformats.org/drawingml/2006/main" noGrp="1"/>
          </p:cNvSpPr>
          <p:nvPr/>
        </p:nvSpPr>
        <p:spPr>
          <a:xfrm xmlns:a="http://schemas.openxmlformats.org/drawingml/2006/main">
            <a:off x="609600" y="2143125"/>
            <a:ext cx="10953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0">
                <a:solidFill>
                  <a:srgbClr val="173C46"/>
                </a:solidFill>
                <a:latin typeface="Arial Unicode MS"/>
                <a:ea typeface="Arial Unicode MS"/>
                <a:cs typeface="Arial Unicode MS"/>
              </a:defRPr>
            </a:defPPr>
            <a:lvl1pPr>
              <a:buNone/>
              <a:defRPr sz="1800" b="0">
                <a:solidFill>
                  <a:srgbClr val="173C46"/>
                </a:solidFill>
                <a:latin typeface="Arial Unicode MS"/>
                <a:ea typeface="Arial Unicode MS"/>
                <a:cs typeface="Arial Unicode MS"/>
              </a:defRPr>
            </a:lvl1pPr>
            <a:lvl2pPr>
              <a:buNone/>
              <a:defRPr sz="1800" b="0">
                <a:solidFill>
                  <a:srgbClr val="173C46"/>
                </a:solidFill>
                <a:latin typeface="Arial Unicode MS"/>
                <a:ea typeface="Arial Unicode MS"/>
                <a:cs typeface="Arial Unicode MS"/>
              </a:defRPr>
            </a:lvl2pPr>
            <a:lvl3pPr>
              <a:buNone/>
              <a:defRPr sz="1800" b="0">
                <a:solidFill>
                  <a:srgbClr val="173C46"/>
                </a:solidFill>
                <a:latin typeface="Arial Unicode MS"/>
                <a:ea typeface="Arial Unicode MS"/>
                <a:cs typeface="Arial Unicode MS"/>
              </a:defRPr>
            </a:lvl3pPr>
            <a:lvl4pPr>
              <a:buNone/>
              <a:defRPr sz="1800" b="0">
                <a:solidFill>
                  <a:srgbClr val="173C46"/>
                </a:solidFill>
                <a:latin typeface="Arial Unicode MS"/>
                <a:ea typeface="Arial Unicode MS"/>
                <a:cs typeface="Arial Unicode MS"/>
              </a:defRPr>
            </a:lvl4pPr>
            <a:lvl5pPr>
              <a:buNone/>
              <a:defRPr sz="1800" b="0">
                <a:solidFill>
                  <a:srgbClr val="173C46"/>
                </a:solidFill>
                <a:latin typeface="Arial Unicode MS"/>
                <a:ea typeface="Arial Unicode MS"/>
                <a:cs typeface="Arial Unicode MS"/>
              </a:defRPr>
            </a:lvl5pPr>
            <a:lvl6pPr>
              <a:buNone/>
              <a:defRPr sz="1800" b="0">
                <a:solidFill>
                  <a:srgbClr val="173C46"/>
                </a:solidFill>
                <a:latin typeface="Arial Unicode MS"/>
                <a:ea typeface="Arial Unicode MS"/>
                <a:cs typeface="Arial Unicode MS"/>
              </a:defRPr>
            </a:lvl6pPr>
            <a:lvl7pPr>
              <a:buNone/>
              <a:defRPr sz="1800" b="0">
                <a:solidFill>
                  <a:srgbClr val="173C46"/>
                </a:solidFill>
                <a:latin typeface="Arial Unicode MS"/>
                <a:ea typeface="Arial Unicode MS"/>
                <a:cs typeface="Arial Unicode MS"/>
              </a:defRPr>
            </a:lvl7pPr>
            <a:lvl8pPr>
              <a:buNone/>
              <a:defRPr sz="1800" b="0">
                <a:solidFill>
                  <a:srgbClr val="173C46"/>
                </a:solidFill>
                <a:latin typeface="Arial Unicode MS"/>
                <a:ea typeface="Arial Unicode MS"/>
                <a:cs typeface="Arial Unicode MS"/>
              </a:defRPr>
            </a:lvl8pPr>
            <a:lvl9pPr>
              <a:buNone/>
              <a:defRPr sz="1800" b="0">
                <a:solidFill>
                  <a:srgbClr val="173C46"/>
                </a:solidFill>
                <a:latin typeface="Arial Unicode MS"/>
                <a:ea typeface="Arial Unicode MS"/>
                <a:cs typeface="Arial Unicode MS"/>
              </a:defRPr>
            </a:lvl9pPr>
          </a:lstStyle>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matching = [token for token in tokens if token == (proposal["value"], proposal["unit"])]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quoted = [token for token in quote_tokens if token == (proposal["value"], proposal["unit"])]</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if not matching:</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return "AI 값·단위가 원문의 단일 결합 표기와 일치하지 않습니다."</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if not quoted:</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return "AI 인용에 제안된 값·단위가 함께 존재하지 않습니다."</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if not any(_direct_binding(field, value, unit, quote) for value, unit in quoted):</a:t>
            </a:r>
          </a:p>
          <a:p xmlns:a="http://schemas.openxmlformats.org/drawingml/2006/main">
            <a:pPr>
              <a:buNone/>
              <a:defRPr sz="1800" b="0">
                <a:solidFill>
                  <a:srgbClr val="173C46"/>
                </a:solidFill>
                <a:latin typeface="Arial Unicode MS"/>
                <a:ea typeface="Arial Unicode MS"/>
                <a:cs typeface="Arial Unicode MS"/>
              </a:defRPr>
            </a:pPr>
            <a:r>
              <a:rPr sz="1800" b="0">
                <a:solidFill>
                  <a:srgbClr val="173C46"/>
                </a:solidFill>
                <a:latin typeface="Arial Unicode MS"/>
                <a:ea typeface="Arial Unicode MS"/>
                <a:cs typeface="Arial Unicode MS"/>
              </a:rPr>
              <a:t>    return "AI 값·단위가 해당 항목명에 직접 연결된 단일 표기가 아닙니다."</a:t>
            </a:r>
          </a:p>
        </p:txBody>
      </p:sp>
      <p:sp>
        <p:nvSpPr>
          <p:cNvPr id="5" name="explain">
            <a:extLst xmlns:a="http://schemas.openxmlformats.org/drawingml/2006/main">
              <a:ext uri="{FF2B5EF4-FFF2-40B4-BE49-F238E27FC236}">
                <a16:creationId xmlns:a16="http://schemas.microsoft.com/office/drawing/2014/main" id="{A43D5515-D018-4985-8887-9F8FE089AA74}"/>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buNone/>
              <a:defRPr sz="2025" b="0">
                <a:solidFill>
                  <a:srgbClr val="15796D"/>
                </a:solidFill>
                <a:latin typeface="Arial Unicode MS"/>
                <a:ea typeface="Arial Unicode MS"/>
                <a:cs typeface="Arial Unicode MS"/>
              </a:defRPr>
            </a:lvl1pPr>
            <a:lvl2pPr>
              <a:buNone/>
              <a:defRPr sz="2025" b="0">
                <a:solidFill>
                  <a:srgbClr val="15796D"/>
                </a:solidFill>
                <a:latin typeface="Arial Unicode MS"/>
                <a:ea typeface="Arial Unicode MS"/>
                <a:cs typeface="Arial Unicode MS"/>
              </a:defRPr>
            </a:lvl2pPr>
            <a:lvl3pPr>
              <a:buNone/>
              <a:defRPr sz="2025" b="0">
                <a:solidFill>
                  <a:srgbClr val="15796D"/>
                </a:solidFill>
                <a:latin typeface="Arial Unicode MS"/>
                <a:ea typeface="Arial Unicode MS"/>
                <a:cs typeface="Arial Unicode MS"/>
              </a:defRPr>
            </a:lvl3pPr>
            <a:lvl4pPr>
              <a:buNone/>
              <a:defRPr sz="2025" b="0">
                <a:solidFill>
                  <a:srgbClr val="15796D"/>
                </a:solidFill>
                <a:latin typeface="Arial Unicode MS"/>
                <a:ea typeface="Arial Unicode MS"/>
                <a:cs typeface="Arial Unicode MS"/>
              </a:defRPr>
            </a:lvl4pPr>
            <a:lvl5pPr>
              <a:buNone/>
              <a:defRPr sz="2025" b="0">
                <a:solidFill>
                  <a:srgbClr val="15796D"/>
                </a:solidFill>
                <a:latin typeface="Arial Unicode MS"/>
                <a:ea typeface="Arial Unicode MS"/>
                <a:cs typeface="Arial Unicode MS"/>
              </a:defRPr>
            </a:lvl5pPr>
            <a:lvl6pPr>
              <a:buNone/>
              <a:defRPr sz="2025" b="0">
                <a:solidFill>
                  <a:srgbClr val="15796D"/>
                </a:solidFill>
                <a:latin typeface="Arial Unicode MS"/>
                <a:ea typeface="Arial Unicode MS"/>
                <a:cs typeface="Arial Unicode MS"/>
              </a:defRPr>
            </a:lvl6pPr>
            <a:lvl7pPr>
              <a:buNone/>
              <a:defRPr sz="2025" b="0">
                <a:solidFill>
                  <a:srgbClr val="15796D"/>
                </a:solidFill>
                <a:latin typeface="Arial Unicode MS"/>
                <a:ea typeface="Arial Unicode MS"/>
                <a:cs typeface="Arial Unicode MS"/>
              </a:defRPr>
            </a:lvl7pPr>
            <a:lvl8pPr>
              <a:buNone/>
              <a:defRPr sz="2025" b="0">
                <a:solidFill>
                  <a:srgbClr val="15796D"/>
                </a:solidFill>
                <a:latin typeface="Arial Unicode MS"/>
                <a:ea typeface="Arial Unicode MS"/>
                <a:cs typeface="Arial Unicode MS"/>
              </a:defRPr>
            </a:lvl8pPr>
            <a:lvl9pPr>
              <a:buNone/>
              <a:defRPr sz="2025" b="0">
                <a:solidFill>
                  <a:srgbClr val="15796D"/>
                </a:solidFill>
                <a:latin typeface="Arial Unicode MS"/>
                <a:ea typeface="Arial Unicode MS"/>
                <a:cs typeface="Arial Unicode MS"/>
              </a:defRPr>
            </a:lvl9pPr>
          </a:lstStyle>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원문과 인용에 같은 값·단위가 있는지 확인합니다.</a:t>
            </a:r>
          </a:p>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해당 항목과 직접 연결되지 않은 값은 보류합니다.</a:t>
            </a:r>
          </a:p>
        </p:txBody>
      </p:sp>
    </p:spTree>
    <p:extLst>
      <p:ext uri="{BB962C8B-B14F-4D97-AF65-F5344CB8AC3E}">
        <p14:creationId xmlns:p14="http://schemas.microsoft.com/office/powerpoint/2010/main" val="253811718"/>
      </p:ext>
    </p:extLst>
  </p:cSld>
</p:sld>
</file>

<file path=ppt/slides/slide8.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B33816F6-90FA-4853-B625-B1C9A7E043C4}"/>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3  사양 비교와 보류</a:t>
            </a:r>
          </a:p>
        </p:txBody>
      </p:sp>
      <p:sp>
        <p:nvSpPr>
          <p:cNvPr id="2" name="page">
            <a:extLst xmlns:a="http://schemas.openxmlformats.org/drawingml/2006/main">
              <a:ext uri="{FF2B5EF4-FFF2-40B4-BE49-F238E27FC236}">
                <a16:creationId xmlns:a16="http://schemas.microsoft.com/office/drawing/2014/main" id="{6D746878-BF90-4ABE-B52E-A2EC6CFE9563}"/>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08</a:t>
            </a:r>
          </a:p>
        </p:txBody>
      </p:sp>
      <p:sp>
        <p:nvSpPr>
          <p:cNvPr id="3" name="path">
            <a:extLst xmlns:a="http://schemas.openxmlformats.org/drawingml/2006/main">
              <a:ext uri="{FF2B5EF4-FFF2-40B4-BE49-F238E27FC236}">
                <a16:creationId xmlns:a16="http://schemas.microsoft.com/office/drawing/2014/main" id="{6F1EEA64-99E0-4407-ADB4-3C5C2CA93024}"/>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review.py  ·  193–200행, 변경 적용·정규화 이후</a:t>
            </a:r>
          </a:p>
        </p:txBody>
      </p:sp>
      <p:sp>
        <p:nvSpPr>
          <p:cNvPr id="4" name="code">
            <a:extLst xmlns:a="http://schemas.openxmlformats.org/drawingml/2006/main">
              <a:ext uri="{FF2B5EF4-FFF2-40B4-BE49-F238E27FC236}">
                <a16:creationId xmlns:a16="http://schemas.microsoft.com/office/drawing/2014/main" id="{09682B04-C578-48A0-8C42-7D0EB6517C02}"/>
              </a:ext>
            </a:extLst>
          </p:cNvPr>
          <p:cNvSpPr>
            <a:spLocks xmlns:a="http://schemas.openxmlformats.org/drawingml/2006/main" noGrp="1"/>
          </p:cNvSpPr>
          <p:nvPr/>
        </p:nvSpPr>
        <p:spPr>
          <a:xfrm xmlns:a="http://schemas.openxmlformats.org/drawingml/2006/main">
            <a:off x="609600" y="2143125"/>
            <a:ext cx="109537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73C46"/>
                </a:solidFill>
                <a:latin typeface="Arial Unicode MS"/>
                <a:ea typeface="Arial Unicode MS"/>
                <a:cs typeface="Arial Unicode MS"/>
              </a:defRPr>
            </a:defPPr>
            <a:lvl1pPr>
              <a:buNone/>
              <a:defRPr sz="1725" b="0">
                <a:solidFill>
                  <a:srgbClr val="173C46"/>
                </a:solidFill>
                <a:latin typeface="Arial Unicode MS"/>
                <a:ea typeface="Arial Unicode MS"/>
                <a:cs typeface="Arial Unicode MS"/>
              </a:defRPr>
            </a:lvl1pPr>
            <a:lvl2pPr>
              <a:buNone/>
              <a:defRPr sz="1725" b="0">
                <a:solidFill>
                  <a:srgbClr val="173C46"/>
                </a:solidFill>
                <a:latin typeface="Arial Unicode MS"/>
                <a:ea typeface="Arial Unicode MS"/>
                <a:cs typeface="Arial Unicode MS"/>
              </a:defRPr>
            </a:lvl2pPr>
            <a:lvl3pPr>
              <a:buNone/>
              <a:defRPr sz="1725" b="0">
                <a:solidFill>
                  <a:srgbClr val="173C46"/>
                </a:solidFill>
                <a:latin typeface="Arial Unicode MS"/>
                <a:ea typeface="Arial Unicode MS"/>
                <a:cs typeface="Arial Unicode MS"/>
              </a:defRPr>
            </a:lvl3pPr>
            <a:lvl4pPr>
              <a:buNone/>
              <a:defRPr sz="1725" b="0">
                <a:solidFill>
                  <a:srgbClr val="173C46"/>
                </a:solidFill>
                <a:latin typeface="Arial Unicode MS"/>
                <a:ea typeface="Arial Unicode MS"/>
                <a:cs typeface="Arial Unicode MS"/>
              </a:defRPr>
            </a:lvl4pPr>
            <a:lvl5pPr>
              <a:buNone/>
              <a:defRPr sz="1725" b="0">
                <a:solidFill>
                  <a:srgbClr val="173C46"/>
                </a:solidFill>
                <a:latin typeface="Arial Unicode MS"/>
                <a:ea typeface="Arial Unicode MS"/>
                <a:cs typeface="Arial Unicode MS"/>
              </a:defRPr>
            </a:lvl5pPr>
            <a:lvl6pPr>
              <a:buNone/>
              <a:defRPr sz="1725" b="0">
                <a:solidFill>
                  <a:srgbClr val="173C46"/>
                </a:solidFill>
                <a:latin typeface="Arial Unicode MS"/>
                <a:ea typeface="Arial Unicode MS"/>
                <a:cs typeface="Arial Unicode MS"/>
              </a:defRPr>
            </a:lvl6pPr>
            <a:lvl7pPr>
              <a:buNone/>
              <a:defRPr sz="1725" b="0">
                <a:solidFill>
                  <a:srgbClr val="173C46"/>
                </a:solidFill>
                <a:latin typeface="Arial Unicode MS"/>
                <a:ea typeface="Arial Unicode MS"/>
                <a:cs typeface="Arial Unicode MS"/>
              </a:defRPr>
            </a:lvl7pPr>
            <a:lvl8pPr>
              <a:buNone/>
              <a:defRPr sz="1725" b="0">
                <a:solidFill>
                  <a:srgbClr val="173C46"/>
                </a:solidFill>
                <a:latin typeface="Arial Unicode MS"/>
                <a:ea typeface="Arial Unicode MS"/>
                <a:cs typeface="Arial Unicode MS"/>
              </a:defRPr>
            </a:lvl8pPr>
            <a:lvl9pPr>
              <a:buNone/>
              <a:defRPr sz="1725" b="0">
                <a:solidFill>
                  <a:srgbClr val="173C46"/>
                </a:solidFill>
                <a:latin typeface="Arial Unicode MS"/>
                <a:ea typeface="Arial Unicode MS"/>
                <a:cs typeface="Arial Unicode MS"/>
              </a:defRPr>
            </a:lvl9pPr>
          </a:lstStyle>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if expected.condition != actual.condition:</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raise UncertainValue("부품·운전조건 등 비교 조건이 같지 않거나 한쪽에서만 명시됐습니다.")</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if expected.comparable == actual.comparable:</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item.update(status="MATCH", reason="명시된 동일 항목·조건에서 단위 정규화 후 값이 같습니다.")</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else:</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item.update(status="MISMATCH", reason="명시된 동일 항목·조건에서 단위 정규화 후 값이 다릅니다.")</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except UncertainValue as exc:</a:t>
            </a:r>
          </a:p>
          <a:p xmlns:a="http://schemas.openxmlformats.org/drawingml/2006/main">
            <a:pPr>
              <a:buNone/>
              <a:defRPr sz="1725" b="0">
                <a:solidFill>
                  <a:srgbClr val="173C46"/>
                </a:solidFill>
                <a:latin typeface="Arial Unicode MS"/>
                <a:ea typeface="Arial Unicode MS"/>
                <a:cs typeface="Arial Unicode MS"/>
              </a:defRPr>
            </a:pPr>
            <a:r>
              <a:rPr sz="1725" b="0">
                <a:solidFill>
                  <a:srgbClr val="173C46"/>
                </a:solidFill>
                <a:latin typeface="Arial Unicode MS"/>
                <a:ea typeface="Arial Unicode MS"/>
                <a:cs typeface="Arial Unicode MS"/>
              </a:rPr>
              <a:t>    item.update(status="NEEDS_REVIEW", reason=str(exc))</a:t>
            </a:r>
          </a:p>
        </p:txBody>
      </p:sp>
      <p:sp>
        <p:nvSpPr>
          <p:cNvPr id="5" name="explain">
            <a:extLst xmlns:a="http://schemas.openxmlformats.org/drawingml/2006/main">
              <a:ext uri="{FF2B5EF4-FFF2-40B4-BE49-F238E27FC236}">
                <a16:creationId xmlns:a16="http://schemas.microsoft.com/office/drawing/2014/main" id="{7700C6C7-8638-4BCA-B222-E70901C45D6C}"/>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buNone/>
              <a:defRPr sz="2025" b="0">
                <a:solidFill>
                  <a:srgbClr val="15796D"/>
                </a:solidFill>
                <a:latin typeface="Arial Unicode MS"/>
                <a:ea typeface="Arial Unicode MS"/>
                <a:cs typeface="Arial Unicode MS"/>
              </a:defRPr>
            </a:lvl1pPr>
            <a:lvl2pPr>
              <a:buNone/>
              <a:defRPr sz="2025" b="0">
                <a:solidFill>
                  <a:srgbClr val="15796D"/>
                </a:solidFill>
                <a:latin typeface="Arial Unicode MS"/>
                <a:ea typeface="Arial Unicode MS"/>
                <a:cs typeface="Arial Unicode MS"/>
              </a:defRPr>
            </a:lvl2pPr>
            <a:lvl3pPr>
              <a:buNone/>
              <a:defRPr sz="2025" b="0">
                <a:solidFill>
                  <a:srgbClr val="15796D"/>
                </a:solidFill>
                <a:latin typeface="Arial Unicode MS"/>
                <a:ea typeface="Arial Unicode MS"/>
                <a:cs typeface="Arial Unicode MS"/>
              </a:defRPr>
            </a:lvl3pPr>
            <a:lvl4pPr>
              <a:buNone/>
              <a:defRPr sz="2025" b="0">
                <a:solidFill>
                  <a:srgbClr val="15796D"/>
                </a:solidFill>
                <a:latin typeface="Arial Unicode MS"/>
                <a:ea typeface="Arial Unicode MS"/>
                <a:cs typeface="Arial Unicode MS"/>
              </a:defRPr>
            </a:lvl4pPr>
            <a:lvl5pPr>
              <a:buNone/>
              <a:defRPr sz="2025" b="0">
                <a:solidFill>
                  <a:srgbClr val="15796D"/>
                </a:solidFill>
                <a:latin typeface="Arial Unicode MS"/>
                <a:ea typeface="Arial Unicode MS"/>
                <a:cs typeface="Arial Unicode MS"/>
              </a:defRPr>
            </a:lvl5pPr>
            <a:lvl6pPr>
              <a:buNone/>
              <a:defRPr sz="2025" b="0">
                <a:solidFill>
                  <a:srgbClr val="15796D"/>
                </a:solidFill>
                <a:latin typeface="Arial Unicode MS"/>
                <a:ea typeface="Arial Unicode MS"/>
                <a:cs typeface="Arial Unicode MS"/>
              </a:defRPr>
            </a:lvl6pPr>
            <a:lvl7pPr>
              <a:buNone/>
              <a:defRPr sz="2025" b="0">
                <a:solidFill>
                  <a:srgbClr val="15796D"/>
                </a:solidFill>
                <a:latin typeface="Arial Unicode MS"/>
                <a:ea typeface="Arial Unicode MS"/>
                <a:cs typeface="Arial Unicode MS"/>
              </a:defRPr>
            </a:lvl7pPr>
            <a:lvl8pPr>
              <a:buNone/>
              <a:defRPr sz="2025" b="0">
                <a:solidFill>
                  <a:srgbClr val="15796D"/>
                </a:solidFill>
                <a:latin typeface="Arial Unicode MS"/>
                <a:ea typeface="Arial Unicode MS"/>
                <a:cs typeface="Arial Unicode MS"/>
              </a:defRPr>
            </a:lvl8pPr>
            <a:lvl9pPr>
              <a:buNone/>
              <a:defRPr sz="2025" b="0">
                <a:solidFill>
                  <a:srgbClr val="15796D"/>
                </a:solidFill>
                <a:latin typeface="Arial Unicode MS"/>
                <a:ea typeface="Arial Unicode MS"/>
                <a:cs typeface="Arial Unicode MS"/>
              </a:defRPr>
            </a:lvl9pPr>
          </a:lstStyle>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같은 운전조건에서 정규화된 사양값을 비교합니다.</a:t>
            </a:r>
          </a:p>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출처·값·조건이 불확실하면 확인 필요로 남깁니다.</a:t>
            </a:r>
          </a:p>
        </p:txBody>
      </p:sp>
    </p:spTree>
    <p:extLst>
      <p:ext uri="{BB962C8B-B14F-4D97-AF65-F5344CB8AC3E}">
        <p14:creationId xmlns:p14="http://schemas.microsoft.com/office/powerpoint/2010/main" val="1776768904"/>
      </p:ext>
    </p:extLst>
  </p:cSld>
</p:sld>
</file>

<file path=ppt/slides/slide9.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78DF1C7F-38C7-4CFE-8FC9-EA90635155DF}"/>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코드 설명 4  의존성 주입과 테스트</a:t>
            </a:r>
          </a:p>
        </p:txBody>
      </p:sp>
      <p:sp>
        <p:nvSpPr>
          <p:cNvPr id="2" name="page">
            <a:extLst xmlns:a="http://schemas.openxmlformats.org/drawingml/2006/main">
              <a:ext uri="{FF2B5EF4-FFF2-40B4-BE49-F238E27FC236}">
                <a16:creationId xmlns:a16="http://schemas.microsoft.com/office/drawing/2014/main" id="{9D79EA43-1511-48C7-A3F2-93F56B11FB22}"/>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09</a:t>
            </a:r>
          </a:p>
        </p:txBody>
      </p:sp>
      <p:sp>
        <p:nvSpPr>
          <p:cNvPr id="3" name="path">
            <a:extLst xmlns:a="http://schemas.openxmlformats.org/drawingml/2006/main">
              <a:ext uri="{FF2B5EF4-FFF2-40B4-BE49-F238E27FC236}">
                <a16:creationId xmlns:a16="http://schemas.microsoft.com/office/drawing/2014/main" id="{67FD7819-8D53-4B93-AB23-0279ED5CCB14}"/>
              </a:ext>
            </a:extLst>
          </p:cNvPr>
          <p:cNvSpPr>
            <a:spLocks xmlns:a="http://schemas.openxmlformats.org/drawingml/2006/main" noGrp="1"/>
          </p:cNvSpPr>
          <p:nvPr/>
        </p:nvSpPr>
        <p:spPr>
          <a:xfrm xmlns:a="http://schemas.openxmlformats.org/drawingml/2006/main">
            <a:off x="609600" y="15621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76D"/>
                </a:solidFill>
                <a:latin typeface="Arial Unicode MS"/>
                <a:ea typeface="Arial Unicode MS"/>
                <a:cs typeface="Arial Unicode MS"/>
              </a:defRPr>
            </a:defPPr>
            <a:lvl1pPr>
              <a:buNone/>
              <a:defRPr sz="1650" b="0">
                <a:solidFill>
                  <a:srgbClr val="53676D"/>
                </a:solidFill>
                <a:latin typeface="Arial Unicode MS"/>
                <a:ea typeface="Arial Unicode MS"/>
                <a:cs typeface="Arial Unicode MS"/>
              </a:defRPr>
            </a:lvl1pPr>
            <a:lvl2pPr>
              <a:buNone/>
              <a:defRPr sz="1650" b="0">
                <a:solidFill>
                  <a:srgbClr val="53676D"/>
                </a:solidFill>
                <a:latin typeface="Arial Unicode MS"/>
                <a:ea typeface="Arial Unicode MS"/>
                <a:cs typeface="Arial Unicode MS"/>
              </a:defRPr>
            </a:lvl2pPr>
            <a:lvl3pPr>
              <a:buNone/>
              <a:defRPr sz="1650" b="0">
                <a:solidFill>
                  <a:srgbClr val="53676D"/>
                </a:solidFill>
                <a:latin typeface="Arial Unicode MS"/>
                <a:ea typeface="Arial Unicode MS"/>
                <a:cs typeface="Arial Unicode MS"/>
              </a:defRPr>
            </a:lvl3pPr>
            <a:lvl4pPr>
              <a:buNone/>
              <a:defRPr sz="1650" b="0">
                <a:solidFill>
                  <a:srgbClr val="53676D"/>
                </a:solidFill>
                <a:latin typeface="Arial Unicode MS"/>
                <a:ea typeface="Arial Unicode MS"/>
                <a:cs typeface="Arial Unicode MS"/>
              </a:defRPr>
            </a:lvl4pPr>
            <a:lvl5pPr>
              <a:buNone/>
              <a:defRPr sz="1650" b="0">
                <a:solidFill>
                  <a:srgbClr val="53676D"/>
                </a:solidFill>
                <a:latin typeface="Arial Unicode MS"/>
                <a:ea typeface="Arial Unicode MS"/>
                <a:cs typeface="Arial Unicode MS"/>
              </a:defRPr>
            </a:lvl5pPr>
            <a:lvl6pPr>
              <a:buNone/>
              <a:defRPr sz="1650" b="0">
                <a:solidFill>
                  <a:srgbClr val="53676D"/>
                </a:solidFill>
                <a:latin typeface="Arial Unicode MS"/>
                <a:ea typeface="Arial Unicode MS"/>
                <a:cs typeface="Arial Unicode MS"/>
              </a:defRPr>
            </a:lvl6pPr>
            <a:lvl7pPr>
              <a:buNone/>
              <a:defRPr sz="1650" b="0">
                <a:solidFill>
                  <a:srgbClr val="53676D"/>
                </a:solidFill>
                <a:latin typeface="Arial Unicode MS"/>
                <a:ea typeface="Arial Unicode MS"/>
                <a:cs typeface="Arial Unicode MS"/>
              </a:defRPr>
            </a:lvl7pPr>
            <a:lvl8pPr>
              <a:buNone/>
              <a:defRPr sz="1650" b="0">
                <a:solidFill>
                  <a:srgbClr val="53676D"/>
                </a:solidFill>
                <a:latin typeface="Arial Unicode MS"/>
                <a:ea typeface="Arial Unicode MS"/>
                <a:cs typeface="Arial Unicode MS"/>
              </a:defRPr>
            </a:lvl8pPr>
            <a:lvl9pPr>
              <a:buNone/>
              <a:defRPr sz="1650" b="0">
                <a:solidFill>
                  <a:srgbClr val="53676D"/>
                </a:solidFill>
                <a:latin typeface="Arial Unicode MS"/>
                <a:ea typeface="Arial Unicode MS"/>
                <a:cs typeface="Arial Unicode MS"/>
              </a:defRPr>
            </a:lvl9pPr>
          </a:lstStyle>
          <a:p xmlns:a="http://schemas.openxmlformats.org/drawingml/2006/main">
            <a:pPr>
              <a:buNone/>
              <a:defRPr sz="1650" b="0">
                <a:solidFill>
                  <a:srgbClr val="53676D"/>
                </a:solidFill>
                <a:latin typeface="Arial Unicode MS"/>
                <a:ea typeface="Arial Unicode MS"/>
                <a:cs typeface="Arial Unicode MS"/>
              </a:defRPr>
            </a:pPr>
            <a:r>
              <a:rPr sz="1650" b="0">
                <a:solidFill>
                  <a:srgbClr val="53676D"/>
                </a:solidFill>
                <a:latin typeface="Arial Unicode MS"/>
                <a:ea typeface="Arial Unicode MS"/>
                <a:cs typeface="Arial Unicode MS"/>
              </a:rPr>
              <a:t>test_extraction_agent.py · 128–136행, 고정 응답 시험</a:t>
            </a:r>
          </a:p>
        </p:txBody>
      </p:sp>
      <p:sp>
        <p:nvSpPr>
          <p:cNvPr id="4" name="code">
            <a:extLst xmlns:a="http://schemas.openxmlformats.org/drawingml/2006/main">
              <a:ext uri="{FF2B5EF4-FFF2-40B4-BE49-F238E27FC236}">
                <a16:creationId xmlns:a16="http://schemas.microsoft.com/office/drawing/2014/main" id="{FE678D44-55E5-4EF7-B0A4-4A67BADF1482}"/>
              </a:ext>
            </a:extLst>
          </p:cNvPr>
          <p:cNvSpPr>
            <a:spLocks xmlns:a="http://schemas.openxmlformats.org/drawingml/2006/main" noGrp="1"/>
          </p:cNvSpPr>
          <p:nvPr/>
        </p:nvSpPr>
        <p:spPr>
          <a:xfrm xmlns:a="http://schemas.openxmlformats.org/drawingml/2006/main">
            <a:off x="609600" y="2143125"/>
            <a:ext cx="109537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before = deepcopy(self.documents)</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result, request = run_with(self.documents, self.proposals)</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self.assertEqual(result["status"], "completed")</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self.assertEqual(result["accepted_fields"], EXAMPLE_FIELDS)</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self.assertEqual(result["proposed_fields"], EXAMPLE_FIELDS)</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self.assertEqual(result["llm_calls"], 2)</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self.assertEqual(request.call_count, 2)</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self.assertEqual(self.documents, before)</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self.assertEqual(field_of(result)["value"], "380")</a:t>
            </a:r>
          </a:p>
        </p:txBody>
      </p:sp>
      <p:sp>
        <p:nvSpPr>
          <p:cNvPr id="5" name="explain">
            <a:extLst xmlns:a="http://schemas.openxmlformats.org/drawingml/2006/main">
              <a:ext uri="{FF2B5EF4-FFF2-40B4-BE49-F238E27FC236}">
                <a16:creationId xmlns:a16="http://schemas.microsoft.com/office/drawing/2014/main" id="{6E738381-53DA-4AA8-A660-E3BEB9D4C7A7}"/>
              </a:ext>
            </a:extLst>
          </p:cNvPr>
          <p:cNvSpPr>
            <a:spLocks xmlns:a="http://schemas.openxmlformats.org/drawingml/2006/main" noGrp="1"/>
          </p:cNvSpPr>
          <p:nvPr/>
        </p:nvSpPr>
        <p:spPr>
          <a:xfrm xmlns:a="http://schemas.openxmlformats.org/drawingml/2006/main">
            <a:off x="609600" y="5276850"/>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5796D"/>
                </a:solidFill>
                <a:latin typeface="Arial Unicode MS"/>
                <a:ea typeface="Arial Unicode MS"/>
                <a:cs typeface="Arial Unicode MS"/>
              </a:defRPr>
            </a:defPPr>
            <a:lvl1pPr>
              <a:buNone/>
              <a:defRPr sz="2025" b="0">
                <a:solidFill>
                  <a:srgbClr val="15796D"/>
                </a:solidFill>
                <a:latin typeface="Arial Unicode MS"/>
                <a:ea typeface="Arial Unicode MS"/>
                <a:cs typeface="Arial Unicode MS"/>
              </a:defRPr>
            </a:lvl1pPr>
            <a:lvl2pPr>
              <a:buNone/>
              <a:defRPr sz="2025" b="0">
                <a:solidFill>
                  <a:srgbClr val="15796D"/>
                </a:solidFill>
                <a:latin typeface="Arial Unicode MS"/>
                <a:ea typeface="Arial Unicode MS"/>
                <a:cs typeface="Arial Unicode MS"/>
              </a:defRPr>
            </a:lvl2pPr>
            <a:lvl3pPr>
              <a:buNone/>
              <a:defRPr sz="2025" b="0">
                <a:solidFill>
                  <a:srgbClr val="15796D"/>
                </a:solidFill>
                <a:latin typeface="Arial Unicode MS"/>
                <a:ea typeface="Arial Unicode MS"/>
                <a:cs typeface="Arial Unicode MS"/>
              </a:defRPr>
            </a:lvl3pPr>
            <a:lvl4pPr>
              <a:buNone/>
              <a:defRPr sz="2025" b="0">
                <a:solidFill>
                  <a:srgbClr val="15796D"/>
                </a:solidFill>
                <a:latin typeface="Arial Unicode MS"/>
                <a:ea typeface="Arial Unicode MS"/>
                <a:cs typeface="Arial Unicode MS"/>
              </a:defRPr>
            </a:lvl4pPr>
            <a:lvl5pPr>
              <a:buNone/>
              <a:defRPr sz="2025" b="0">
                <a:solidFill>
                  <a:srgbClr val="15796D"/>
                </a:solidFill>
                <a:latin typeface="Arial Unicode MS"/>
                <a:ea typeface="Arial Unicode MS"/>
                <a:cs typeface="Arial Unicode MS"/>
              </a:defRPr>
            </a:lvl5pPr>
            <a:lvl6pPr>
              <a:buNone/>
              <a:defRPr sz="2025" b="0">
                <a:solidFill>
                  <a:srgbClr val="15796D"/>
                </a:solidFill>
                <a:latin typeface="Arial Unicode MS"/>
                <a:ea typeface="Arial Unicode MS"/>
                <a:cs typeface="Arial Unicode MS"/>
              </a:defRPr>
            </a:lvl6pPr>
            <a:lvl7pPr>
              <a:buNone/>
              <a:defRPr sz="2025" b="0">
                <a:solidFill>
                  <a:srgbClr val="15796D"/>
                </a:solidFill>
                <a:latin typeface="Arial Unicode MS"/>
                <a:ea typeface="Arial Unicode MS"/>
                <a:cs typeface="Arial Unicode MS"/>
              </a:defRPr>
            </a:lvl7pPr>
            <a:lvl8pPr>
              <a:buNone/>
              <a:defRPr sz="2025" b="0">
                <a:solidFill>
                  <a:srgbClr val="15796D"/>
                </a:solidFill>
                <a:latin typeface="Arial Unicode MS"/>
                <a:ea typeface="Arial Unicode MS"/>
                <a:cs typeface="Arial Unicode MS"/>
              </a:defRPr>
            </a:lvl8pPr>
            <a:lvl9pPr>
              <a:buNone/>
              <a:defRPr sz="2025" b="0">
                <a:solidFill>
                  <a:srgbClr val="15796D"/>
                </a:solidFill>
                <a:latin typeface="Arial Unicode MS"/>
                <a:ea typeface="Arial Unicode MS"/>
                <a:cs typeface="Arial Unicode MS"/>
              </a:defRPr>
            </a:lvl9pPr>
          </a:lstStyle>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모델 요청 함수를 교체해 같은 조건으로 검사합니다.</a:t>
            </a:r>
          </a:p>
          <a:p xmlns:a="http://schemas.openxmlformats.org/drawingml/2006/main">
            <a:pPr>
              <a:buNone/>
              <a:defRPr sz="2025" b="0">
                <a:solidFill>
                  <a:srgbClr val="15796D"/>
                </a:solidFill>
                <a:latin typeface="Arial Unicode MS"/>
                <a:ea typeface="Arial Unicode MS"/>
                <a:cs typeface="Arial Unicode MS"/>
              </a:defRPr>
            </a:pPr>
            <a:r>
              <a:rPr sz="2025" b="0">
                <a:solidFill>
                  <a:srgbClr val="15796D"/>
                </a:solidFill>
                <a:latin typeface="Arial Unicode MS"/>
                <a:ea typeface="Arial Unicode MS"/>
                <a:cs typeface="Arial Unicode MS"/>
              </a:rPr>
              <a:t>2회 호출과 입력 보존을 확인하며, AI 정확도와 구분합니다.</a:t>
            </a:r>
          </a:p>
        </p:txBody>
      </p:sp>
    </p:spTree>
    <p:extLst>
      <p:ext uri="{BB962C8B-B14F-4D97-AF65-F5344CB8AC3E}">
        <p14:creationId xmlns:p14="http://schemas.microsoft.com/office/powerpoint/2010/main" val="138346151"/>
      </p:ext>
    </p:extLst>
  </p:cSld>
</p:sld>
</file>

<file path=ppt/slides/slide10.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0" name="heading">
            <a:extLst xmlns:a="http://schemas.openxmlformats.org/drawingml/2006/main">
              <a:ext uri="{FF2B5EF4-FFF2-40B4-BE49-F238E27FC236}">
                <a16:creationId xmlns:a16="http://schemas.microsoft.com/office/drawing/2014/main" id="{EB21EA92-4E63-452E-BBEA-C4290A4F68BE}"/>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AI, 코드, 담당자의 역할</a:t>
            </a:r>
          </a:p>
        </p:txBody>
      </p:sp>
      <p:sp>
        <p:nvSpPr>
          <p:cNvPr id="2" name="page">
            <a:extLst xmlns:a="http://schemas.openxmlformats.org/drawingml/2006/main">
              <a:ext uri="{FF2B5EF4-FFF2-40B4-BE49-F238E27FC236}">
                <a16:creationId xmlns:a16="http://schemas.microsoft.com/office/drawing/2014/main" id="{773F56ED-3ACF-4FBB-B495-15078C9F7756}"/>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10</a:t>
            </a:r>
          </a:p>
        </p:txBody>
      </p:sp>
      <p:sp>
        <p:nvSpPr>
          <p:cNvPr id="3" name="ai-title">
            <a:extLst xmlns:a="http://schemas.openxmlformats.org/drawingml/2006/main">
              <a:ext uri="{FF2B5EF4-FFF2-40B4-BE49-F238E27FC236}">
                <a16:creationId xmlns:a16="http://schemas.microsoft.com/office/drawing/2014/main" id="{52689071-0923-418E-9364-51B1E762829A}"/>
              </a:ext>
            </a:extLst>
          </p:cNvPr>
          <p:cNvSpPr>
            <a:spLocks xmlns:a="http://schemas.openxmlformats.org/drawingml/2006/main" noGrp="1"/>
          </p:cNvSpPr>
          <p:nvPr/>
        </p:nvSpPr>
        <p:spPr>
          <a:xfrm xmlns:a="http://schemas.openxmlformats.org/drawingml/2006/main">
            <a:off x="609600" y="17621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buNone/>
              <a:defRPr sz="2850" b="1">
                <a:solidFill>
                  <a:srgbClr val="15796D"/>
                </a:solidFill>
                <a:latin typeface="Arial Unicode MS"/>
                <a:ea typeface="Arial Unicode MS"/>
                <a:cs typeface="Arial Unicode MS"/>
              </a:defRPr>
            </a:lvl1pPr>
            <a:lvl2pPr>
              <a:buNone/>
              <a:defRPr sz="2850" b="1">
                <a:solidFill>
                  <a:srgbClr val="15796D"/>
                </a:solidFill>
                <a:latin typeface="Arial Unicode MS"/>
                <a:ea typeface="Arial Unicode MS"/>
                <a:cs typeface="Arial Unicode MS"/>
              </a:defRPr>
            </a:lvl2pPr>
            <a:lvl3pPr>
              <a:buNone/>
              <a:defRPr sz="2850" b="1">
                <a:solidFill>
                  <a:srgbClr val="15796D"/>
                </a:solidFill>
                <a:latin typeface="Arial Unicode MS"/>
                <a:ea typeface="Arial Unicode MS"/>
                <a:cs typeface="Arial Unicode MS"/>
              </a:defRPr>
            </a:lvl3pPr>
            <a:lvl4pPr>
              <a:buNone/>
              <a:defRPr sz="2850" b="1">
                <a:solidFill>
                  <a:srgbClr val="15796D"/>
                </a:solidFill>
                <a:latin typeface="Arial Unicode MS"/>
                <a:ea typeface="Arial Unicode MS"/>
                <a:cs typeface="Arial Unicode MS"/>
              </a:defRPr>
            </a:lvl4pPr>
            <a:lvl5pPr>
              <a:buNone/>
              <a:defRPr sz="2850" b="1">
                <a:solidFill>
                  <a:srgbClr val="15796D"/>
                </a:solidFill>
                <a:latin typeface="Arial Unicode MS"/>
                <a:ea typeface="Arial Unicode MS"/>
                <a:cs typeface="Arial Unicode MS"/>
              </a:defRPr>
            </a:lvl5pPr>
            <a:lvl6pPr>
              <a:buNone/>
              <a:defRPr sz="2850" b="1">
                <a:solidFill>
                  <a:srgbClr val="15796D"/>
                </a:solidFill>
                <a:latin typeface="Arial Unicode MS"/>
                <a:ea typeface="Arial Unicode MS"/>
                <a:cs typeface="Arial Unicode MS"/>
              </a:defRPr>
            </a:lvl6pPr>
            <a:lvl7pPr>
              <a:buNone/>
              <a:defRPr sz="2850" b="1">
                <a:solidFill>
                  <a:srgbClr val="15796D"/>
                </a:solidFill>
                <a:latin typeface="Arial Unicode MS"/>
                <a:ea typeface="Arial Unicode MS"/>
                <a:cs typeface="Arial Unicode MS"/>
              </a:defRPr>
            </a:lvl7pPr>
            <a:lvl8pPr>
              <a:buNone/>
              <a:defRPr sz="2850" b="1">
                <a:solidFill>
                  <a:srgbClr val="15796D"/>
                </a:solidFill>
                <a:latin typeface="Arial Unicode MS"/>
                <a:ea typeface="Arial Unicode MS"/>
                <a:cs typeface="Arial Unicode MS"/>
              </a:defRPr>
            </a:lvl8pPr>
            <a:lvl9pPr>
              <a:buNone/>
              <a:defRPr sz="2850" b="1">
                <a:solidFill>
                  <a:srgbClr val="15796D"/>
                </a:solidFill>
                <a:latin typeface="Arial Unicode MS"/>
                <a:ea typeface="Arial Unicode MS"/>
                <a:cs typeface="Arial Unicode MS"/>
              </a:defRPr>
            </a:lvl9pPr>
          </a:lstStyle>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AI</a:t>
            </a:r>
          </a:p>
        </p:txBody>
      </p:sp>
      <p:sp>
        <p:nvSpPr>
          <p:cNvPr id="4" name="ai-body">
            <a:extLst xmlns:a="http://schemas.openxmlformats.org/drawingml/2006/main">
              <a:ext uri="{FF2B5EF4-FFF2-40B4-BE49-F238E27FC236}">
                <a16:creationId xmlns:a16="http://schemas.microsoft.com/office/drawing/2014/main" id="{B469ED4C-613C-4D91-BD85-8030AB30FF0A}"/>
              </a:ext>
            </a:extLst>
          </p:cNvPr>
          <p:cNvSpPr>
            <a:spLocks xmlns:a="http://schemas.openxmlformats.org/drawingml/2006/main" noGrp="1"/>
          </p:cNvSpPr>
          <p:nvPr/>
        </p:nvSpPr>
        <p:spPr>
          <a:xfrm xmlns:a="http://schemas.openxmlformats.org/drawingml/2006/main">
            <a:off x="609600" y="2619375"/>
            <a:ext cx="314325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buNone/>
              <a:defRPr sz="2175" b="0">
                <a:solidFill>
                  <a:srgbClr val="173C46"/>
                </a:solidFill>
                <a:latin typeface="Arial Unicode MS"/>
                <a:ea typeface="Arial Unicode MS"/>
                <a:cs typeface="Arial Unicode MS"/>
              </a:defRPr>
            </a:lvl1pPr>
            <a:lvl2pPr>
              <a:buNone/>
              <a:defRPr sz="2175" b="0">
                <a:solidFill>
                  <a:srgbClr val="173C46"/>
                </a:solidFill>
                <a:latin typeface="Arial Unicode MS"/>
                <a:ea typeface="Arial Unicode MS"/>
                <a:cs typeface="Arial Unicode MS"/>
              </a:defRPr>
            </a:lvl2pPr>
            <a:lvl3pPr>
              <a:buNone/>
              <a:defRPr sz="2175" b="0">
                <a:solidFill>
                  <a:srgbClr val="173C46"/>
                </a:solidFill>
                <a:latin typeface="Arial Unicode MS"/>
                <a:ea typeface="Arial Unicode MS"/>
                <a:cs typeface="Arial Unicode MS"/>
              </a:defRPr>
            </a:lvl3pPr>
            <a:lvl4pPr>
              <a:buNone/>
              <a:defRPr sz="2175" b="0">
                <a:solidFill>
                  <a:srgbClr val="173C46"/>
                </a:solidFill>
                <a:latin typeface="Arial Unicode MS"/>
                <a:ea typeface="Arial Unicode MS"/>
                <a:cs typeface="Arial Unicode MS"/>
              </a:defRPr>
            </a:lvl4pPr>
            <a:lvl5pPr>
              <a:buNone/>
              <a:defRPr sz="2175" b="0">
                <a:solidFill>
                  <a:srgbClr val="173C46"/>
                </a:solidFill>
                <a:latin typeface="Arial Unicode MS"/>
                <a:ea typeface="Arial Unicode MS"/>
                <a:cs typeface="Arial Unicode MS"/>
              </a:defRPr>
            </a:lvl5pPr>
            <a:lvl6pPr>
              <a:buNone/>
              <a:defRPr sz="2175" b="0">
                <a:solidFill>
                  <a:srgbClr val="173C46"/>
                </a:solidFill>
                <a:latin typeface="Arial Unicode MS"/>
                <a:ea typeface="Arial Unicode MS"/>
                <a:cs typeface="Arial Unicode MS"/>
              </a:defRPr>
            </a:lvl6pPr>
            <a:lvl7pPr>
              <a:buNone/>
              <a:defRPr sz="2175" b="0">
                <a:solidFill>
                  <a:srgbClr val="173C46"/>
                </a:solidFill>
                <a:latin typeface="Arial Unicode MS"/>
                <a:ea typeface="Arial Unicode MS"/>
                <a:cs typeface="Arial Unicode MS"/>
              </a:defRPr>
            </a:lvl7pPr>
            <a:lvl8pPr>
              <a:buNone/>
              <a:defRPr sz="2175" b="0">
                <a:solidFill>
                  <a:srgbClr val="173C46"/>
                </a:solidFill>
                <a:latin typeface="Arial Unicode MS"/>
                <a:ea typeface="Arial Unicode MS"/>
                <a:cs typeface="Arial Unicode MS"/>
              </a:defRPr>
            </a:lvl8pPr>
            <a:lvl9pPr>
              <a:buNone/>
              <a:defRPr sz="2175" b="0">
                <a:solidFill>
                  <a:srgbClr val="173C46"/>
                </a:solidFill>
                <a:latin typeface="Arial Unicode MS"/>
                <a:ea typeface="Arial Unicode MS"/>
                <a:cs typeface="Arial Unicode MS"/>
              </a:defRPr>
            </a:lvl9pPr>
          </a:lstStyle>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검색 계획 작성</a:t>
            </a:r>
          </a:p>
          <a:p xmlns:a="http://schemas.openxmlformats.org/drawingml/2006/main">
            <a:r>
              <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원문에서 값과 단위 제안</a:t>
            </a:r>
          </a:p>
        </p:txBody>
      </p:sp>
      <p:sp>
        <p:nvSpPr>
          <p:cNvPr id="5" name="code-title">
            <a:extLst xmlns:a="http://schemas.openxmlformats.org/drawingml/2006/main">
              <a:ext uri="{FF2B5EF4-FFF2-40B4-BE49-F238E27FC236}">
                <a16:creationId xmlns:a16="http://schemas.microsoft.com/office/drawing/2014/main" id="{3B592713-E696-4C54-9D22-AC8FB2F976E8}"/>
              </a:ext>
            </a:extLst>
          </p:cNvPr>
          <p:cNvSpPr>
            <a:spLocks xmlns:a="http://schemas.openxmlformats.org/drawingml/2006/main" noGrp="1"/>
          </p:cNvSpPr>
          <p:nvPr/>
        </p:nvSpPr>
        <p:spPr>
          <a:xfrm xmlns:a="http://schemas.openxmlformats.org/drawingml/2006/main">
            <a:off x="4429125" y="1762125"/>
            <a:ext cx="3286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buNone/>
              <a:defRPr sz="2850" b="1">
                <a:solidFill>
                  <a:srgbClr val="15796D"/>
                </a:solidFill>
                <a:latin typeface="Arial Unicode MS"/>
                <a:ea typeface="Arial Unicode MS"/>
                <a:cs typeface="Arial Unicode MS"/>
              </a:defRPr>
            </a:lvl1pPr>
            <a:lvl2pPr>
              <a:buNone/>
              <a:defRPr sz="2850" b="1">
                <a:solidFill>
                  <a:srgbClr val="15796D"/>
                </a:solidFill>
                <a:latin typeface="Arial Unicode MS"/>
                <a:ea typeface="Arial Unicode MS"/>
                <a:cs typeface="Arial Unicode MS"/>
              </a:defRPr>
            </a:lvl2pPr>
            <a:lvl3pPr>
              <a:buNone/>
              <a:defRPr sz="2850" b="1">
                <a:solidFill>
                  <a:srgbClr val="15796D"/>
                </a:solidFill>
                <a:latin typeface="Arial Unicode MS"/>
                <a:ea typeface="Arial Unicode MS"/>
                <a:cs typeface="Arial Unicode MS"/>
              </a:defRPr>
            </a:lvl3pPr>
            <a:lvl4pPr>
              <a:buNone/>
              <a:defRPr sz="2850" b="1">
                <a:solidFill>
                  <a:srgbClr val="15796D"/>
                </a:solidFill>
                <a:latin typeface="Arial Unicode MS"/>
                <a:ea typeface="Arial Unicode MS"/>
                <a:cs typeface="Arial Unicode MS"/>
              </a:defRPr>
            </a:lvl4pPr>
            <a:lvl5pPr>
              <a:buNone/>
              <a:defRPr sz="2850" b="1">
                <a:solidFill>
                  <a:srgbClr val="15796D"/>
                </a:solidFill>
                <a:latin typeface="Arial Unicode MS"/>
                <a:ea typeface="Arial Unicode MS"/>
                <a:cs typeface="Arial Unicode MS"/>
              </a:defRPr>
            </a:lvl5pPr>
            <a:lvl6pPr>
              <a:buNone/>
              <a:defRPr sz="2850" b="1">
                <a:solidFill>
                  <a:srgbClr val="15796D"/>
                </a:solidFill>
                <a:latin typeface="Arial Unicode MS"/>
                <a:ea typeface="Arial Unicode MS"/>
                <a:cs typeface="Arial Unicode MS"/>
              </a:defRPr>
            </a:lvl6pPr>
            <a:lvl7pPr>
              <a:buNone/>
              <a:defRPr sz="2850" b="1">
                <a:solidFill>
                  <a:srgbClr val="15796D"/>
                </a:solidFill>
                <a:latin typeface="Arial Unicode MS"/>
                <a:ea typeface="Arial Unicode MS"/>
                <a:cs typeface="Arial Unicode MS"/>
              </a:defRPr>
            </a:lvl7pPr>
            <a:lvl8pPr>
              <a:buNone/>
              <a:defRPr sz="2850" b="1">
                <a:solidFill>
                  <a:srgbClr val="15796D"/>
                </a:solidFill>
                <a:latin typeface="Arial Unicode MS"/>
                <a:ea typeface="Arial Unicode MS"/>
                <a:cs typeface="Arial Unicode MS"/>
              </a:defRPr>
            </a:lvl8pPr>
            <a:lvl9pPr>
              <a:buNone/>
              <a:defRPr sz="2850" b="1">
                <a:solidFill>
                  <a:srgbClr val="15796D"/>
                </a:solidFill>
                <a:latin typeface="Arial Unicode MS"/>
                <a:ea typeface="Arial Unicode MS"/>
                <a:cs typeface="Arial Unicode MS"/>
              </a:defRPr>
            </a:lvl9pPr>
          </a:lstStyle>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코드</a:t>
            </a:r>
          </a:p>
        </p:txBody>
      </p:sp>
      <p:sp>
        <p:nvSpPr>
          <p:cNvPr id="6" name="code-body">
            <a:extLst xmlns:a="http://schemas.openxmlformats.org/drawingml/2006/main">
              <a:ext uri="{FF2B5EF4-FFF2-40B4-BE49-F238E27FC236}">
                <a16:creationId xmlns:a16="http://schemas.microsoft.com/office/drawing/2014/main" id="{13AE5AD9-8A86-4EBE-A93A-6A6F72FE103A}"/>
              </a:ext>
            </a:extLst>
          </p:cNvPr>
          <p:cNvSpPr>
            <a:spLocks xmlns:a="http://schemas.openxmlformats.org/drawingml/2006/main" noGrp="1"/>
          </p:cNvSpPr>
          <p:nvPr/>
        </p:nvSpPr>
        <p:spPr>
          <a:xfrm xmlns:a="http://schemas.openxmlformats.org/drawingml/2006/main">
            <a:off x="4429125" y="2619375"/>
            <a:ext cx="328612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73C46"/>
                </a:solidFill>
                <a:latin typeface="Arial Unicode MS"/>
                <a:ea typeface="Arial Unicode MS"/>
                <a:cs typeface="Arial Unicode MS"/>
              </a:defRPr>
            </a:defPPr>
            <a:lvl1pPr>
              <a:buNone/>
              <a:defRPr sz="2100" b="0">
                <a:solidFill>
                  <a:srgbClr val="173C46"/>
                </a:solidFill>
                <a:latin typeface="Arial Unicode MS"/>
                <a:ea typeface="Arial Unicode MS"/>
                <a:cs typeface="Arial Unicode MS"/>
              </a:defRPr>
            </a:lvl1pPr>
            <a:lvl2pPr>
              <a:buNone/>
              <a:defRPr sz="2100" b="0">
                <a:solidFill>
                  <a:srgbClr val="173C46"/>
                </a:solidFill>
                <a:latin typeface="Arial Unicode MS"/>
                <a:ea typeface="Arial Unicode MS"/>
                <a:cs typeface="Arial Unicode MS"/>
              </a:defRPr>
            </a:lvl2pPr>
            <a:lvl3pPr>
              <a:buNone/>
              <a:defRPr sz="2100" b="0">
                <a:solidFill>
                  <a:srgbClr val="173C46"/>
                </a:solidFill>
                <a:latin typeface="Arial Unicode MS"/>
                <a:ea typeface="Arial Unicode MS"/>
                <a:cs typeface="Arial Unicode MS"/>
              </a:defRPr>
            </a:lvl3pPr>
            <a:lvl4pPr>
              <a:buNone/>
              <a:defRPr sz="2100" b="0">
                <a:solidFill>
                  <a:srgbClr val="173C46"/>
                </a:solidFill>
                <a:latin typeface="Arial Unicode MS"/>
                <a:ea typeface="Arial Unicode MS"/>
                <a:cs typeface="Arial Unicode MS"/>
              </a:defRPr>
            </a:lvl4pPr>
            <a:lvl5pPr>
              <a:buNone/>
              <a:defRPr sz="2100" b="0">
                <a:solidFill>
                  <a:srgbClr val="173C46"/>
                </a:solidFill>
                <a:latin typeface="Arial Unicode MS"/>
                <a:ea typeface="Arial Unicode MS"/>
                <a:cs typeface="Arial Unicode MS"/>
              </a:defRPr>
            </a:lvl5pPr>
            <a:lvl6pPr>
              <a:buNone/>
              <a:defRPr sz="2100" b="0">
                <a:solidFill>
                  <a:srgbClr val="173C46"/>
                </a:solidFill>
                <a:latin typeface="Arial Unicode MS"/>
                <a:ea typeface="Arial Unicode MS"/>
                <a:cs typeface="Arial Unicode MS"/>
              </a:defRPr>
            </a:lvl6pPr>
            <a:lvl7pPr>
              <a:buNone/>
              <a:defRPr sz="2100" b="0">
                <a:solidFill>
                  <a:srgbClr val="173C46"/>
                </a:solidFill>
                <a:latin typeface="Arial Unicode MS"/>
                <a:ea typeface="Arial Unicode MS"/>
                <a:cs typeface="Arial Unicode MS"/>
              </a:defRPr>
            </a:lvl7pPr>
            <a:lvl8pPr>
              <a:buNone/>
              <a:defRPr sz="2100" b="0">
                <a:solidFill>
                  <a:srgbClr val="173C46"/>
                </a:solidFill>
                <a:latin typeface="Arial Unicode MS"/>
                <a:ea typeface="Arial Unicode MS"/>
                <a:cs typeface="Arial Unicode MS"/>
              </a:defRPr>
            </a:lvl8pPr>
            <a:lvl9pPr>
              <a:buNone/>
              <a:defRPr sz="2100" b="0">
                <a:solidFill>
                  <a:srgbClr val="173C46"/>
                </a:solidFill>
                <a:latin typeface="Arial Unicode MS"/>
                <a:ea typeface="Arial Unicode MS"/>
                <a:cs typeface="Arial Unicode MS"/>
              </a:defRPr>
            </a:lvl9pPr>
          </a:lstStyle>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근거 검색과 인용 대조</a:t>
            </a:r>
          </a:p>
          <a:p xmlns:a="http://schemas.openxmlformats.org/drawingml/2006/main">
            <a:r>
              <a:t/>
            </a:r>
          </a:p>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단위와 변경 관계 처리</a:t>
            </a:r>
          </a:p>
          <a:p xmlns:a="http://schemas.openxmlformats.org/drawingml/2006/main">
            <a:r>
              <a:t/>
            </a:r>
          </a:p>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항목별 상태 비교</a:t>
            </a:r>
          </a:p>
        </p:txBody>
      </p:sp>
      <p:sp>
        <p:nvSpPr>
          <p:cNvPr id="7" name="human-title">
            <a:extLst xmlns:a="http://schemas.openxmlformats.org/drawingml/2006/main">
              <a:ext uri="{FF2B5EF4-FFF2-40B4-BE49-F238E27FC236}">
                <a16:creationId xmlns:a16="http://schemas.microsoft.com/office/drawing/2014/main" id="{6A224BD6-7A09-46D5-8378-CCB1EB75F487}"/>
              </a:ext>
            </a:extLst>
          </p:cNvPr>
          <p:cNvSpPr>
            <a:spLocks xmlns:a="http://schemas.openxmlformats.org/drawingml/2006/main" noGrp="1"/>
          </p:cNvSpPr>
          <p:nvPr/>
        </p:nvSpPr>
        <p:spPr>
          <a:xfrm xmlns:a="http://schemas.openxmlformats.org/drawingml/2006/main">
            <a:off x="8572500" y="1762125"/>
            <a:ext cx="3000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buNone/>
              <a:defRPr sz="2850" b="1">
                <a:solidFill>
                  <a:srgbClr val="15796D"/>
                </a:solidFill>
                <a:latin typeface="Arial Unicode MS"/>
                <a:ea typeface="Arial Unicode MS"/>
                <a:cs typeface="Arial Unicode MS"/>
              </a:defRPr>
            </a:lvl1pPr>
            <a:lvl2pPr>
              <a:buNone/>
              <a:defRPr sz="2850" b="1">
                <a:solidFill>
                  <a:srgbClr val="15796D"/>
                </a:solidFill>
                <a:latin typeface="Arial Unicode MS"/>
                <a:ea typeface="Arial Unicode MS"/>
                <a:cs typeface="Arial Unicode MS"/>
              </a:defRPr>
            </a:lvl2pPr>
            <a:lvl3pPr>
              <a:buNone/>
              <a:defRPr sz="2850" b="1">
                <a:solidFill>
                  <a:srgbClr val="15796D"/>
                </a:solidFill>
                <a:latin typeface="Arial Unicode MS"/>
                <a:ea typeface="Arial Unicode MS"/>
                <a:cs typeface="Arial Unicode MS"/>
              </a:defRPr>
            </a:lvl3pPr>
            <a:lvl4pPr>
              <a:buNone/>
              <a:defRPr sz="2850" b="1">
                <a:solidFill>
                  <a:srgbClr val="15796D"/>
                </a:solidFill>
                <a:latin typeface="Arial Unicode MS"/>
                <a:ea typeface="Arial Unicode MS"/>
                <a:cs typeface="Arial Unicode MS"/>
              </a:defRPr>
            </a:lvl4pPr>
            <a:lvl5pPr>
              <a:buNone/>
              <a:defRPr sz="2850" b="1">
                <a:solidFill>
                  <a:srgbClr val="15796D"/>
                </a:solidFill>
                <a:latin typeface="Arial Unicode MS"/>
                <a:ea typeface="Arial Unicode MS"/>
                <a:cs typeface="Arial Unicode MS"/>
              </a:defRPr>
            </a:lvl5pPr>
            <a:lvl6pPr>
              <a:buNone/>
              <a:defRPr sz="2850" b="1">
                <a:solidFill>
                  <a:srgbClr val="15796D"/>
                </a:solidFill>
                <a:latin typeface="Arial Unicode MS"/>
                <a:ea typeface="Arial Unicode MS"/>
                <a:cs typeface="Arial Unicode MS"/>
              </a:defRPr>
            </a:lvl6pPr>
            <a:lvl7pPr>
              <a:buNone/>
              <a:defRPr sz="2850" b="1">
                <a:solidFill>
                  <a:srgbClr val="15796D"/>
                </a:solidFill>
                <a:latin typeface="Arial Unicode MS"/>
                <a:ea typeface="Arial Unicode MS"/>
                <a:cs typeface="Arial Unicode MS"/>
              </a:defRPr>
            </a:lvl7pPr>
            <a:lvl8pPr>
              <a:buNone/>
              <a:defRPr sz="2850" b="1">
                <a:solidFill>
                  <a:srgbClr val="15796D"/>
                </a:solidFill>
                <a:latin typeface="Arial Unicode MS"/>
                <a:ea typeface="Arial Unicode MS"/>
                <a:cs typeface="Arial Unicode MS"/>
              </a:defRPr>
            </a:lvl8pPr>
            <a:lvl9pPr>
              <a:buNone/>
              <a:defRPr sz="2850" b="1">
                <a:solidFill>
                  <a:srgbClr val="15796D"/>
                </a:solidFill>
                <a:latin typeface="Arial Unicode MS"/>
                <a:ea typeface="Arial Unicode MS"/>
                <a:cs typeface="Arial Unicode MS"/>
              </a:defRPr>
            </a:lvl9pPr>
          </a:lstStyle>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담당자</a:t>
            </a:r>
          </a:p>
        </p:txBody>
      </p:sp>
      <p:sp>
        <p:nvSpPr>
          <p:cNvPr id="8" name="human-body">
            <a:extLst xmlns:a="http://schemas.openxmlformats.org/drawingml/2006/main">
              <a:ext uri="{FF2B5EF4-FFF2-40B4-BE49-F238E27FC236}">
                <a16:creationId xmlns:a16="http://schemas.microsoft.com/office/drawing/2014/main" id="{5D8304C3-1C67-410C-958C-79336126BBDF}"/>
              </a:ext>
            </a:extLst>
          </p:cNvPr>
          <p:cNvSpPr>
            <a:spLocks xmlns:a="http://schemas.openxmlformats.org/drawingml/2006/main" noGrp="1"/>
          </p:cNvSpPr>
          <p:nvPr/>
        </p:nvSpPr>
        <p:spPr>
          <a:xfrm xmlns:a="http://schemas.openxmlformats.org/drawingml/2006/main">
            <a:off x="8572500" y="2619375"/>
            <a:ext cx="3000375"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173C46"/>
                </a:solidFill>
                <a:latin typeface="Arial Unicode MS"/>
                <a:ea typeface="Arial Unicode MS"/>
                <a:cs typeface="Arial Unicode MS"/>
              </a:defRPr>
            </a:defPPr>
            <a:lvl1pPr>
              <a:buNone/>
              <a:defRPr sz="2100" b="0">
                <a:solidFill>
                  <a:srgbClr val="173C46"/>
                </a:solidFill>
                <a:latin typeface="Arial Unicode MS"/>
                <a:ea typeface="Arial Unicode MS"/>
                <a:cs typeface="Arial Unicode MS"/>
              </a:defRPr>
            </a:lvl1pPr>
            <a:lvl2pPr>
              <a:buNone/>
              <a:defRPr sz="2100" b="0">
                <a:solidFill>
                  <a:srgbClr val="173C46"/>
                </a:solidFill>
                <a:latin typeface="Arial Unicode MS"/>
                <a:ea typeface="Arial Unicode MS"/>
                <a:cs typeface="Arial Unicode MS"/>
              </a:defRPr>
            </a:lvl2pPr>
            <a:lvl3pPr>
              <a:buNone/>
              <a:defRPr sz="2100" b="0">
                <a:solidFill>
                  <a:srgbClr val="173C46"/>
                </a:solidFill>
                <a:latin typeface="Arial Unicode MS"/>
                <a:ea typeface="Arial Unicode MS"/>
                <a:cs typeface="Arial Unicode MS"/>
              </a:defRPr>
            </a:lvl3pPr>
            <a:lvl4pPr>
              <a:buNone/>
              <a:defRPr sz="2100" b="0">
                <a:solidFill>
                  <a:srgbClr val="173C46"/>
                </a:solidFill>
                <a:latin typeface="Arial Unicode MS"/>
                <a:ea typeface="Arial Unicode MS"/>
                <a:cs typeface="Arial Unicode MS"/>
              </a:defRPr>
            </a:lvl4pPr>
            <a:lvl5pPr>
              <a:buNone/>
              <a:defRPr sz="2100" b="0">
                <a:solidFill>
                  <a:srgbClr val="173C46"/>
                </a:solidFill>
                <a:latin typeface="Arial Unicode MS"/>
                <a:ea typeface="Arial Unicode MS"/>
                <a:cs typeface="Arial Unicode MS"/>
              </a:defRPr>
            </a:lvl5pPr>
            <a:lvl6pPr>
              <a:buNone/>
              <a:defRPr sz="2100" b="0">
                <a:solidFill>
                  <a:srgbClr val="173C46"/>
                </a:solidFill>
                <a:latin typeface="Arial Unicode MS"/>
                <a:ea typeface="Arial Unicode MS"/>
                <a:cs typeface="Arial Unicode MS"/>
              </a:defRPr>
            </a:lvl6pPr>
            <a:lvl7pPr>
              <a:buNone/>
              <a:defRPr sz="2100" b="0">
                <a:solidFill>
                  <a:srgbClr val="173C46"/>
                </a:solidFill>
                <a:latin typeface="Arial Unicode MS"/>
                <a:ea typeface="Arial Unicode MS"/>
                <a:cs typeface="Arial Unicode MS"/>
              </a:defRPr>
            </a:lvl7pPr>
            <a:lvl8pPr>
              <a:buNone/>
              <a:defRPr sz="2100" b="0">
                <a:solidFill>
                  <a:srgbClr val="173C46"/>
                </a:solidFill>
                <a:latin typeface="Arial Unicode MS"/>
                <a:ea typeface="Arial Unicode MS"/>
                <a:cs typeface="Arial Unicode MS"/>
              </a:defRPr>
            </a:lvl8pPr>
            <a:lvl9pPr>
              <a:buNone/>
              <a:defRPr sz="2100" b="0">
                <a:solidFill>
                  <a:srgbClr val="173C46"/>
                </a:solidFill>
                <a:latin typeface="Arial Unicode MS"/>
                <a:ea typeface="Arial Unicode MS"/>
                <a:cs typeface="Arial Unicode MS"/>
              </a:defRPr>
            </a:lvl9pPr>
          </a:lstStyle>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적용할 변경 기준 확인</a:t>
            </a:r>
          </a:p>
          <a:p xmlns:a="http://schemas.openxmlformats.org/drawingml/2006/main">
            <a:r>
              <a:t/>
            </a:r>
          </a:p>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양쪽 원문 검토</a:t>
            </a:r>
          </a:p>
          <a:p xmlns:a="http://schemas.openxmlformats.org/drawingml/2006/main">
            <a:r>
              <a:t/>
            </a:r>
          </a:p>
          <a:p xmlns:a="http://schemas.openxmlformats.org/drawingml/2006/main">
            <a:pPr>
              <a:buNone/>
              <a:defRPr sz="2100" b="0">
                <a:solidFill>
                  <a:srgbClr val="173C46"/>
                </a:solidFill>
                <a:latin typeface="Arial Unicode MS"/>
                <a:ea typeface="Arial Unicode MS"/>
                <a:cs typeface="Arial Unicode MS"/>
              </a:defRPr>
            </a:pPr>
            <a:r>
              <a:rPr sz="2100" b="0">
                <a:solidFill>
                  <a:srgbClr val="173C46"/>
                </a:solidFill>
                <a:latin typeface="Arial Unicode MS"/>
                <a:ea typeface="Arial Unicode MS"/>
                <a:cs typeface="Arial Unicode MS"/>
              </a:rPr>
              <a:t>결과 보관과 최종 판단</a:t>
            </a:r>
          </a:p>
        </p:txBody>
      </p:sp>
      <p:sp>
        <p:nvSpPr>
          <p:cNvPr id="9" name="boundary">
            <a:extLst xmlns:a="http://schemas.openxmlformats.org/drawingml/2006/main">
              <a:ext uri="{FF2B5EF4-FFF2-40B4-BE49-F238E27FC236}">
                <a16:creationId xmlns:a16="http://schemas.microsoft.com/office/drawing/2014/main" id="{FA38DE33-61A6-4D7F-A33C-787FF9659BCC}"/>
              </a:ext>
            </a:extLst>
          </p:cNvPr>
          <p:cNvSpPr>
            <a:spLocks xmlns:a="http://schemas.openxmlformats.org/drawingml/2006/main" noGrp="1"/>
          </p:cNvSpPr>
          <p:nvPr/>
        </p:nvSpPr>
        <p:spPr>
          <a:xfrm xmlns:a="http://schemas.openxmlformats.org/drawingml/2006/main">
            <a:off x="609600" y="5886450"/>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추출 한 번당 최대 2회 호출입니다. 설계 승인과 제품 안전 판정은 수행하지 않습니다.</a:t>
            </a:r>
          </a:p>
        </p:txBody>
      </p:sp>
    </p:spTree>
    <p:extLst>
      <p:ext uri="{BB962C8B-B14F-4D97-AF65-F5344CB8AC3E}">
        <p14:creationId xmlns:p14="http://schemas.microsoft.com/office/powerpoint/2010/main" val="1143444777"/>
      </p:ext>
    </p:extLst>
  </p:cSld>
</p:sld>
</file>

<file path=ppt/slides/slide11.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631CD0EE-9861-41A3-8792-0E640BAD5CB7}"/>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기술 선택과 구현 근거</a:t>
            </a:r>
          </a:p>
        </p:txBody>
      </p:sp>
      <p:sp>
        <p:nvSpPr>
          <p:cNvPr id="2" name="page">
            <a:extLst xmlns:a="http://schemas.openxmlformats.org/drawingml/2006/main">
              <a:ext uri="{FF2B5EF4-FFF2-40B4-BE49-F238E27FC236}">
                <a16:creationId xmlns:a16="http://schemas.microsoft.com/office/drawing/2014/main" id="{A2EBC089-82F3-4332-B71A-83CC33EA9E01}"/>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11</a:t>
            </a:r>
          </a:p>
        </p:txBody>
      </p:sp>
      <p:graphicFrame>
        <p:nvGraphicFramePr>
          <p:cNvPr id="3" name="">
            <a:extLst xmlns:a="http://schemas.openxmlformats.org/drawingml/2006/main">
              <a:ext uri="{FF2B5EF4-FFF2-40B4-BE49-F238E27FC236}">
                <a16:creationId xmlns:a16="http://schemas.microsoft.com/office/drawing/2014/main" id="{7383FED1-AB08-4B7B-8900-126BC5B4EDCF}"/>
              </a:ext>
            </a:extLst>
          </p:cNvPr>
          <p:cNvGraphicFramePr/>
          <p:nvPr/>
        </p:nvGraphicFramePr>
        <p:xfrm>
          <a:off xmlns:a="http://schemas.openxmlformats.org/drawingml/2006/main" x="609600" y="1638300"/>
          <a:ext xmlns:a="http://schemas.openxmlformats.org/drawingml/2006/main" cx="10972800" cy="3848100"/>
        </p:xfrm>
        <a:graphic xmlns:a="http://schemas.openxmlformats.org/drawingml/2006/main">
          <a:graphicData uri="http://schemas.openxmlformats.org/drawingml/2006/table">
            <a:tbl>
              <a:tblPr/>
              <a:tblGrid>
                <a:gridCol w="3143250"/>
                <a:gridCol w="7829550"/>
              </a:tblGrid>
              <a:tr h="769620">
                <a:tc>
                  <a:txBody>
                    <a:bodyPr/>
                    <a:lstStyle/>
                    <a:p>
                      <a:r>
                        <a:rPr sz="1875" b="1">
                          <a:solidFill>
                            <a:srgbClr val="FFFFFF"/>
                          </a:solidFill>
                          <a:latin typeface="Arial Unicode MS"/>
                          <a:ea typeface="Arial Unicode MS"/>
                          <a:cs typeface="Arial Unicode MS"/>
                        </a:rPr>
                        <a:t>기술 요소</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이 프로젝트의 적용 방식</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769620">
                <a:tc>
                  <a:txBody>
                    <a:bodyPr/>
                    <a:lstStyle/>
                    <a:p>
                      <a:r>
                        <a:rPr sz="1875" b="0">
                          <a:solidFill>
                            <a:srgbClr val="173C46"/>
                          </a:solidFill>
                          <a:latin typeface="Arial Unicode MS"/>
                          <a:ea typeface="Arial Unicode MS"/>
                          <a:cs typeface="Arial Unicode MS"/>
                        </a:rPr>
                        <a:t>키워드 기반 RAG</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찾은 원문 구간을 AI 추출 입력으로 전달</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69620">
                <a:tc>
                  <a:txBody>
                    <a:bodyPr/>
                    <a:lstStyle/>
                    <a:p>
                      <a:r>
                        <a:rPr sz="1875" b="0">
                          <a:solidFill>
                            <a:srgbClr val="173C46"/>
                          </a:solidFill>
                          <a:latin typeface="Arial Unicode MS"/>
                          <a:ea typeface="Arial Unicode MS"/>
                          <a:cs typeface="Arial Unicode MS"/>
                        </a:rPr>
                        <a:t>구조화 출력과 검증</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JSON 형식, 인용문, 값과 단위, 충돌 검사</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69620">
                <a:tc>
                  <a:txBody>
                    <a:bodyPr/>
                    <a:lstStyle/>
                    <a:p>
                      <a:r>
                        <a:rPr sz="1875" b="0">
                          <a:solidFill>
                            <a:srgbClr val="173C46"/>
                          </a:solidFill>
                          <a:latin typeface="Arial Unicode MS"/>
                          <a:ea typeface="Arial Unicode MS"/>
                          <a:cs typeface="Arial Unicode MS"/>
                        </a:rPr>
                        <a:t>의존성 주입</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모델 요청 함수를 바꿔 실패와 경계 조건 시험</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69620">
                <a:tc>
                  <a:txBody>
                    <a:bodyPr/>
                    <a:lstStyle/>
                    <a:p>
                      <a:r>
                        <a:rPr sz="1875" b="0">
                          <a:solidFill>
                            <a:srgbClr val="173C46"/>
                          </a:solidFill>
                          <a:latin typeface="Arial Unicode MS"/>
                          <a:ea typeface="Arial Unicode MS"/>
                          <a:cs typeface="Arial Unicode MS"/>
                        </a:rPr>
                        <a:t>모듈화와 테스트</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문서 처리, 추출, 비교, API, 보고서를 분리</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bl>
          </a:graphicData>
        </a:graphic>
      </p:graphicFrame>
      <p:sp>
        <p:nvSpPr>
          <p:cNvPr id="4" name="not-implemented">
            <a:extLst xmlns:a="http://schemas.openxmlformats.org/drawingml/2006/main">
              <a:ext uri="{FF2B5EF4-FFF2-40B4-BE49-F238E27FC236}">
                <a16:creationId xmlns:a16="http://schemas.microsoft.com/office/drawing/2014/main" id="{78090A23-D9D0-41FD-9548-8638320F2CFA}"/>
              </a:ext>
            </a:extLst>
          </p:cNvPr>
          <p:cNvSpPr>
            <a:spLocks xmlns:a="http://schemas.openxmlformats.org/drawingml/2006/main" noGrp="1"/>
          </p:cNvSpPr>
          <p:nvPr/>
        </p:nvSpPr>
        <p:spPr>
          <a:xfrm xmlns:a="http://schemas.openxmlformats.org/drawingml/2006/main">
            <a:off x="609600" y="5886450"/>
            <a:ext cx="10382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53676D"/>
                </a:solidFill>
                <a:latin typeface="Arial Unicode MS"/>
                <a:ea typeface="Arial Unicode MS"/>
                <a:cs typeface="Arial Unicode MS"/>
              </a:defRPr>
            </a:defPPr>
            <a:lvl1pPr>
              <a:buNone/>
              <a:defRPr sz="1575" b="0">
                <a:solidFill>
                  <a:srgbClr val="53676D"/>
                </a:solidFill>
                <a:latin typeface="Arial Unicode MS"/>
                <a:ea typeface="Arial Unicode MS"/>
                <a:cs typeface="Arial Unicode MS"/>
              </a:defRPr>
            </a:lvl1pPr>
            <a:lvl2pPr>
              <a:buNone/>
              <a:defRPr sz="1575" b="0">
                <a:solidFill>
                  <a:srgbClr val="53676D"/>
                </a:solidFill>
                <a:latin typeface="Arial Unicode MS"/>
                <a:ea typeface="Arial Unicode MS"/>
                <a:cs typeface="Arial Unicode MS"/>
              </a:defRPr>
            </a:lvl2pPr>
            <a:lvl3pPr>
              <a:buNone/>
              <a:defRPr sz="1575" b="0">
                <a:solidFill>
                  <a:srgbClr val="53676D"/>
                </a:solidFill>
                <a:latin typeface="Arial Unicode MS"/>
                <a:ea typeface="Arial Unicode MS"/>
                <a:cs typeface="Arial Unicode MS"/>
              </a:defRPr>
            </a:lvl3pPr>
            <a:lvl4pPr>
              <a:buNone/>
              <a:defRPr sz="1575" b="0">
                <a:solidFill>
                  <a:srgbClr val="53676D"/>
                </a:solidFill>
                <a:latin typeface="Arial Unicode MS"/>
                <a:ea typeface="Arial Unicode MS"/>
                <a:cs typeface="Arial Unicode MS"/>
              </a:defRPr>
            </a:lvl4pPr>
            <a:lvl5pPr>
              <a:buNone/>
              <a:defRPr sz="1575" b="0">
                <a:solidFill>
                  <a:srgbClr val="53676D"/>
                </a:solidFill>
                <a:latin typeface="Arial Unicode MS"/>
                <a:ea typeface="Arial Unicode MS"/>
                <a:cs typeface="Arial Unicode MS"/>
              </a:defRPr>
            </a:lvl5pPr>
            <a:lvl6pPr>
              <a:buNone/>
              <a:defRPr sz="1575" b="0">
                <a:solidFill>
                  <a:srgbClr val="53676D"/>
                </a:solidFill>
                <a:latin typeface="Arial Unicode MS"/>
                <a:ea typeface="Arial Unicode MS"/>
                <a:cs typeface="Arial Unicode MS"/>
              </a:defRPr>
            </a:lvl6pPr>
            <a:lvl7pPr>
              <a:buNone/>
              <a:defRPr sz="1575" b="0">
                <a:solidFill>
                  <a:srgbClr val="53676D"/>
                </a:solidFill>
                <a:latin typeface="Arial Unicode MS"/>
                <a:ea typeface="Arial Unicode MS"/>
                <a:cs typeface="Arial Unicode MS"/>
              </a:defRPr>
            </a:lvl7pPr>
            <a:lvl8pPr>
              <a:buNone/>
              <a:defRPr sz="1575" b="0">
                <a:solidFill>
                  <a:srgbClr val="53676D"/>
                </a:solidFill>
                <a:latin typeface="Arial Unicode MS"/>
                <a:ea typeface="Arial Unicode MS"/>
                <a:cs typeface="Arial Unicode MS"/>
              </a:defRPr>
            </a:lvl8pPr>
            <a:lvl9pPr>
              <a:buNone/>
              <a:defRPr sz="1575" b="0">
                <a:solidFill>
                  <a:srgbClr val="53676D"/>
                </a:solidFill>
                <a:latin typeface="Arial Unicode MS"/>
                <a:ea typeface="Arial Unicode MS"/>
                <a:cs typeface="Arial Unicode MS"/>
              </a:defRPr>
            </a:lvl9pPr>
          </a:lstStyle>
          <a:p xmlns:a="http://schemas.openxmlformats.org/drawingml/2006/main">
            <a:pPr>
              <a:buNone/>
              <a:defRPr sz="1575" b="0">
                <a:solidFill>
                  <a:srgbClr val="53676D"/>
                </a:solidFill>
                <a:latin typeface="Arial Unicode MS"/>
                <a:ea typeface="Arial Unicode MS"/>
                <a:cs typeface="Arial Unicode MS"/>
              </a:defRPr>
            </a:pPr>
            <a:r>
              <a:rPr sz="1575" b="0">
                <a:solidFill>
                  <a:srgbClr val="53676D"/>
                </a:solidFill>
                <a:latin typeface="Arial Unicode MS"/>
                <a:ea typeface="Arial Unicode MS"/>
                <a:cs typeface="Arial Unicode MS"/>
              </a:rPr>
              <a:t>Multi-Agent · MCP · LangGraph · LangSmith · 벡터 검색은 구현하지 않았습니다.</a:t>
            </a:r>
          </a:p>
        </p:txBody>
      </p:sp>
    </p:spTree>
    <p:extLst>
      <p:ext uri="{BB962C8B-B14F-4D97-AF65-F5344CB8AC3E}">
        <p14:creationId xmlns:p14="http://schemas.microsoft.com/office/powerpoint/2010/main" val="1430202683"/>
      </p:ext>
    </p:extLst>
  </p:cSld>
</p:sld>
</file>

<file path=ppt/slides/slide12.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4ED25EC5-2436-4CA8-99D6-5ACA10A589F5}"/>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OpenAI 실제 실행과 검증 범위</a:t>
            </a:r>
          </a:p>
        </p:txBody>
      </p:sp>
      <p:sp>
        <p:nvSpPr>
          <p:cNvPr id="2" name="page">
            <a:extLst xmlns:a="http://schemas.openxmlformats.org/drawingml/2006/main">
              <a:ext uri="{FF2B5EF4-FFF2-40B4-BE49-F238E27FC236}">
                <a16:creationId xmlns:a16="http://schemas.microsoft.com/office/drawing/2014/main" id="{3086E229-C0A2-4C73-9D36-AC0A5133FA1E}"/>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12</a:t>
            </a:r>
          </a:p>
        </p:txBody>
      </p:sp>
      <p:graphicFrame>
        <p:nvGraphicFramePr>
          <p:cNvPr id="3" name="">
            <a:extLst xmlns:a="http://schemas.openxmlformats.org/drawingml/2006/main">
              <a:ext uri="{FF2B5EF4-FFF2-40B4-BE49-F238E27FC236}">
                <a16:creationId xmlns:a16="http://schemas.microsoft.com/office/drawing/2014/main" id="{4C935696-14A1-44E3-9AC3-EDBCE62CE3D7}"/>
              </a:ext>
            </a:extLst>
          </p:cNvPr>
          <p:cNvGraphicFramePr/>
          <p:nvPr/>
        </p:nvGraphicFramePr>
        <p:xfrm>
          <a:off xmlns:a="http://schemas.openxmlformats.org/drawingml/2006/main" x="609600" y="1657350"/>
          <a:ext xmlns:a="http://schemas.openxmlformats.org/drawingml/2006/main" cx="10972800" cy="2667000"/>
        </p:xfrm>
        <a:graphic xmlns:a="http://schemas.openxmlformats.org/drawingml/2006/main">
          <a:graphicData uri="http://schemas.openxmlformats.org/drawingml/2006/table">
            <a:tbl>
              <a:tblPr/>
              <a:tblGrid>
                <a:gridCol w="1238250"/>
                <a:gridCol w="5334000"/>
                <a:gridCol w="1466850"/>
                <a:gridCol w="1466850"/>
                <a:gridCol w="1466850"/>
              </a:tblGrid>
              <a:tr h="666750">
                <a:tc>
                  <a:txBody>
                    <a:bodyPr/>
                    <a:lstStyle/>
                    <a:p>
                      <a:r>
                        <a:rPr sz="1875" b="1">
                          <a:solidFill>
                            <a:srgbClr val="FFFFFF"/>
                          </a:solidFill>
                          <a:latin typeface="Arial Unicode MS"/>
                          <a:ea typeface="Arial Unicode MS"/>
                          <a:cs typeface="Arial Unicode MS"/>
                        </a:rPr>
                        <a:t>사례</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검토 초점</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일치</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불일치</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75" b="1">
                          <a:solidFill>
                            <a:srgbClr val="FFFFFF"/>
                          </a:solidFill>
                          <a:latin typeface="Arial Unicode MS"/>
                          <a:ea typeface="Arial Unicode MS"/>
                          <a:cs typeface="Arial Unicode MS"/>
                        </a:rPr>
                        <a:t>보류</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666750">
                <a:tc>
                  <a:txBody>
                    <a:bodyPr/>
                    <a:lstStyle/>
                    <a:p>
                      <a:r>
                        <a:rPr sz="1875" b="0">
                          <a:solidFill>
                            <a:srgbClr val="173C46"/>
                          </a:solidFill>
                          <a:latin typeface="Arial Unicode MS"/>
                          <a:ea typeface="Arial Unicode MS"/>
                          <a:cs typeface="Arial Unicode MS"/>
                        </a:rPr>
                        <a:t>V01</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팬 전원 변경 미반영</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9</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1</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0</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666750">
                <a:tc>
                  <a:txBody>
                    <a:bodyPr/>
                    <a:lstStyle/>
                    <a:p>
                      <a:r>
                        <a:rPr sz="1875" b="0">
                          <a:solidFill>
                            <a:srgbClr val="173C46"/>
                          </a:solidFill>
                          <a:latin typeface="Arial Unicode MS"/>
                          <a:ea typeface="Arial Unicode MS"/>
                          <a:cs typeface="Arial Unicode MS"/>
                        </a:rPr>
                        <a:t>V02</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주파수 미기재</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9</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0</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75" b="0">
                          <a:solidFill>
                            <a:srgbClr val="173C46"/>
                          </a:solidFill>
                          <a:latin typeface="Arial Unicode MS"/>
                          <a:ea typeface="Arial Unicode MS"/>
                          <a:cs typeface="Arial Unicode MS"/>
                        </a:rPr>
                        <a:t>1</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666750">
                <a:tc>
                  <a:txBody>
                    <a:bodyPr/>
                    <a:lstStyle/>
                    <a:p>
                      <a:r>
                        <a:rPr sz="1875" b="0">
                          <a:solidFill>
                            <a:srgbClr val="173C46"/>
                          </a:solidFill>
                          <a:latin typeface="Arial Unicode MS"/>
                          <a:ea typeface="Arial Unicode MS"/>
                          <a:cs typeface="Arial Unicode MS"/>
                        </a:rPr>
                        <a:t>V03</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탭절환기와 설치 구분</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8</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2</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75" b="0">
                          <a:solidFill>
                            <a:srgbClr val="173C46"/>
                          </a:solidFill>
                          <a:latin typeface="Arial Unicode MS"/>
                          <a:ea typeface="Arial Unicode MS"/>
                          <a:cs typeface="Arial Unicode MS"/>
                        </a:rPr>
                        <a:t>0</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tests">
            <a:extLst xmlns:a="http://schemas.openxmlformats.org/drawingml/2006/main">
              <a:ext uri="{FF2B5EF4-FFF2-40B4-BE49-F238E27FC236}">
                <a16:creationId xmlns:a16="http://schemas.microsoft.com/office/drawing/2014/main" id="{C0D4DF2A-AB38-4748-9B23-8FEBF5369A12}"/>
              </a:ext>
            </a:extLst>
          </p:cNvPr>
          <p:cNvSpPr>
            <a:spLocks xmlns:a="http://schemas.openxmlformats.org/drawingml/2006/main" noGrp="1"/>
          </p:cNvSpPr>
          <p:nvPr/>
        </p:nvSpPr>
        <p:spPr>
          <a:xfrm xmlns:a="http://schemas.openxmlformats.org/drawingml/2006/main">
            <a:off x="609600" y="476250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325" b="1">
                <a:solidFill>
                  <a:srgbClr val="15796D"/>
                </a:solidFill>
                <a:latin typeface="Arial Unicode MS"/>
                <a:ea typeface="Arial Unicode MS"/>
                <a:cs typeface="Arial Unicode MS"/>
              </a:defRPr>
            </a:defPPr>
            <a:lvl1pPr>
              <a:buNone/>
              <a:defRPr sz="2325" b="1">
                <a:solidFill>
                  <a:srgbClr val="15796D"/>
                </a:solidFill>
                <a:latin typeface="Arial Unicode MS"/>
                <a:ea typeface="Arial Unicode MS"/>
                <a:cs typeface="Arial Unicode MS"/>
              </a:defRPr>
            </a:lvl1pPr>
            <a:lvl2pPr>
              <a:buNone/>
              <a:defRPr sz="2325" b="1">
                <a:solidFill>
                  <a:srgbClr val="15796D"/>
                </a:solidFill>
                <a:latin typeface="Arial Unicode MS"/>
                <a:ea typeface="Arial Unicode MS"/>
                <a:cs typeface="Arial Unicode MS"/>
              </a:defRPr>
            </a:lvl2pPr>
            <a:lvl3pPr>
              <a:buNone/>
              <a:defRPr sz="2325" b="1">
                <a:solidFill>
                  <a:srgbClr val="15796D"/>
                </a:solidFill>
                <a:latin typeface="Arial Unicode MS"/>
                <a:ea typeface="Arial Unicode MS"/>
                <a:cs typeface="Arial Unicode MS"/>
              </a:defRPr>
            </a:lvl3pPr>
            <a:lvl4pPr>
              <a:buNone/>
              <a:defRPr sz="2325" b="1">
                <a:solidFill>
                  <a:srgbClr val="15796D"/>
                </a:solidFill>
                <a:latin typeface="Arial Unicode MS"/>
                <a:ea typeface="Arial Unicode MS"/>
                <a:cs typeface="Arial Unicode MS"/>
              </a:defRPr>
            </a:lvl4pPr>
            <a:lvl5pPr>
              <a:buNone/>
              <a:defRPr sz="2325" b="1">
                <a:solidFill>
                  <a:srgbClr val="15796D"/>
                </a:solidFill>
                <a:latin typeface="Arial Unicode MS"/>
                <a:ea typeface="Arial Unicode MS"/>
                <a:cs typeface="Arial Unicode MS"/>
              </a:defRPr>
            </a:lvl5pPr>
            <a:lvl6pPr>
              <a:buNone/>
              <a:defRPr sz="2325" b="1">
                <a:solidFill>
                  <a:srgbClr val="15796D"/>
                </a:solidFill>
                <a:latin typeface="Arial Unicode MS"/>
                <a:ea typeface="Arial Unicode MS"/>
                <a:cs typeface="Arial Unicode MS"/>
              </a:defRPr>
            </a:lvl6pPr>
            <a:lvl7pPr>
              <a:buNone/>
              <a:defRPr sz="2325" b="1">
                <a:solidFill>
                  <a:srgbClr val="15796D"/>
                </a:solidFill>
                <a:latin typeface="Arial Unicode MS"/>
                <a:ea typeface="Arial Unicode MS"/>
                <a:cs typeface="Arial Unicode MS"/>
              </a:defRPr>
            </a:lvl7pPr>
            <a:lvl8pPr>
              <a:buNone/>
              <a:defRPr sz="2325" b="1">
                <a:solidFill>
                  <a:srgbClr val="15796D"/>
                </a:solidFill>
                <a:latin typeface="Arial Unicode MS"/>
                <a:ea typeface="Arial Unicode MS"/>
                <a:cs typeface="Arial Unicode MS"/>
              </a:defRPr>
            </a:lvl8pPr>
            <a:lvl9pPr>
              <a:buNone/>
              <a:defRPr sz="2325" b="1">
                <a:solidFill>
                  <a:srgbClr val="15796D"/>
                </a:solidFill>
                <a:latin typeface="Arial Unicode MS"/>
                <a:ea typeface="Arial Unicode MS"/>
                <a:cs typeface="Arial Unicode MS"/>
              </a:defRPr>
            </a:lvl9pPr>
          </a:lstStyle>
          <a:p xmlns:a="http://schemas.openxmlformats.org/drawingml/2006/main">
            <a:pPr>
              <a:buNone/>
              <a:defRPr sz="2325" b="1">
                <a:solidFill>
                  <a:srgbClr val="15796D"/>
                </a:solidFill>
                <a:latin typeface="Arial Unicode MS"/>
                <a:ea typeface="Arial Unicode MS"/>
                <a:cs typeface="Arial Unicode MS"/>
              </a:defRPr>
            </a:pPr>
            <a:r>
              <a:rPr sz="2325" b="1">
                <a:solidFill>
                  <a:srgbClr val="15796D"/>
                </a:solidFill>
                <a:latin typeface="Arial Unicode MS"/>
                <a:ea typeface="Arial Unicode MS"/>
                <a:cs typeface="Arial Unicode MS"/>
              </a:rPr>
              <a:t>Python 444개 통과     화면 모의 검사 71개 통과</a:t>
            </a:r>
          </a:p>
        </p:txBody>
      </p:sp>
      <p:sp>
        <p:nvSpPr>
          <p:cNvPr id="5" name="limit">
            <a:extLst xmlns:a="http://schemas.openxmlformats.org/drawingml/2006/main">
              <a:ext uri="{FF2B5EF4-FFF2-40B4-BE49-F238E27FC236}">
                <a16:creationId xmlns:a16="http://schemas.microsoft.com/office/drawing/2014/main" id="{3C6E4109-EA47-47A5-8D1E-D3CB45664D90}"/>
              </a:ext>
            </a:extLst>
          </p:cNvPr>
          <p:cNvSpPr>
            <a:spLocks xmlns:a="http://schemas.openxmlformats.org/drawingml/2006/main" noGrp="1"/>
          </p:cNvSpPr>
          <p:nvPr/>
        </p:nvSpPr>
        <p:spPr>
          <a:xfrm xmlns:a="http://schemas.openxmlformats.org/drawingml/2006/main">
            <a:off x="609600" y="5638800"/>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76D"/>
                </a:solidFill>
                <a:latin typeface="Arial Unicode MS"/>
                <a:ea typeface="Arial Unicode MS"/>
                <a:cs typeface="Arial Unicode MS"/>
              </a:defRPr>
            </a:defPPr>
            <a:lvl1pPr>
              <a:buNone/>
              <a:defRPr sz="1725" b="0">
                <a:solidFill>
                  <a:srgbClr val="53676D"/>
                </a:solidFill>
                <a:latin typeface="Arial Unicode MS"/>
                <a:ea typeface="Arial Unicode MS"/>
                <a:cs typeface="Arial Unicode MS"/>
              </a:defRPr>
            </a:lvl1pPr>
            <a:lvl2pPr>
              <a:buNone/>
              <a:defRPr sz="1725" b="0">
                <a:solidFill>
                  <a:srgbClr val="53676D"/>
                </a:solidFill>
                <a:latin typeface="Arial Unicode MS"/>
                <a:ea typeface="Arial Unicode MS"/>
                <a:cs typeface="Arial Unicode MS"/>
              </a:defRPr>
            </a:lvl2pPr>
            <a:lvl3pPr>
              <a:buNone/>
              <a:defRPr sz="1725" b="0">
                <a:solidFill>
                  <a:srgbClr val="53676D"/>
                </a:solidFill>
                <a:latin typeface="Arial Unicode MS"/>
                <a:ea typeface="Arial Unicode MS"/>
                <a:cs typeface="Arial Unicode MS"/>
              </a:defRPr>
            </a:lvl3pPr>
            <a:lvl4pPr>
              <a:buNone/>
              <a:defRPr sz="1725" b="0">
                <a:solidFill>
                  <a:srgbClr val="53676D"/>
                </a:solidFill>
                <a:latin typeface="Arial Unicode MS"/>
                <a:ea typeface="Arial Unicode MS"/>
                <a:cs typeface="Arial Unicode MS"/>
              </a:defRPr>
            </a:lvl4pPr>
            <a:lvl5pPr>
              <a:buNone/>
              <a:defRPr sz="1725" b="0">
                <a:solidFill>
                  <a:srgbClr val="53676D"/>
                </a:solidFill>
                <a:latin typeface="Arial Unicode MS"/>
                <a:ea typeface="Arial Unicode MS"/>
                <a:cs typeface="Arial Unicode MS"/>
              </a:defRPr>
            </a:lvl5pPr>
            <a:lvl6pPr>
              <a:buNone/>
              <a:defRPr sz="1725" b="0">
                <a:solidFill>
                  <a:srgbClr val="53676D"/>
                </a:solidFill>
                <a:latin typeface="Arial Unicode MS"/>
                <a:ea typeface="Arial Unicode MS"/>
                <a:cs typeface="Arial Unicode MS"/>
              </a:defRPr>
            </a:lvl6pPr>
            <a:lvl7pPr>
              <a:buNone/>
              <a:defRPr sz="1725" b="0">
                <a:solidFill>
                  <a:srgbClr val="53676D"/>
                </a:solidFill>
                <a:latin typeface="Arial Unicode MS"/>
                <a:ea typeface="Arial Unicode MS"/>
                <a:cs typeface="Arial Unicode MS"/>
              </a:defRPr>
            </a:lvl7pPr>
            <a:lvl8pPr>
              <a:buNone/>
              <a:defRPr sz="1725" b="0">
                <a:solidFill>
                  <a:srgbClr val="53676D"/>
                </a:solidFill>
                <a:latin typeface="Arial Unicode MS"/>
                <a:ea typeface="Arial Unicode MS"/>
                <a:cs typeface="Arial Unicode MS"/>
              </a:defRPr>
            </a:lvl8pPr>
            <a:lvl9pPr>
              <a:buNone/>
              <a:defRPr sz="1725" b="0">
                <a:solidFill>
                  <a:srgbClr val="53676D"/>
                </a:solidFill>
                <a:latin typeface="Arial Unicode MS"/>
                <a:ea typeface="Arial Unicode MS"/>
                <a:cs typeface="Arial Unicode MS"/>
              </a:defRPr>
            </a:lvl9pPr>
          </a:lstStyle>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2026-10-21 · gpt-4o-mini · 실제 API 6/6회 완료</a:t>
            </a:r>
          </a:p>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직접 만든 3개 사례의 확인이며 현업 정확도·시간 절감률은 미측정입니다.</a:t>
            </a:r>
          </a:p>
        </p:txBody>
      </p:sp>
    </p:spTree>
    <p:extLst>
      <p:ext uri="{BB962C8B-B14F-4D97-AF65-F5344CB8AC3E}">
        <p14:creationId xmlns:p14="http://schemas.microsoft.com/office/powerpoint/2010/main" val="401180166"/>
      </p:ext>
    </p:extLst>
  </p:cSld>
</p:sld>
</file>

<file path=ppt/slides/slide13.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13501BBF-D022-4565-9622-A1EB949FD381}"/>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느낀 점과 향후 개선</a:t>
            </a:r>
          </a:p>
        </p:txBody>
      </p:sp>
      <p:sp>
        <p:nvSpPr>
          <p:cNvPr id="2" name="page">
            <a:extLst xmlns:a="http://schemas.openxmlformats.org/drawingml/2006/main">
              <a:ext uri="{FF2B5EF4-FFF2-40B4-BE49-F238E27FC236}">
                <a16:creationId xmlns:a16="http://schemas.microsoft.com/office/drawing/2014/main" id="{F694F6F6-3876-4292-B201-66F0CD4CBF6D}"/>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13</a:t>
            </a:r>
          </a:p>
        </p:txBody>
      </p:sp>
      <p:graphicFrame>
        <p:nvGraphicFramePr>
          <p:cNvPr id="3" name="">
            <a:extLst xmlns:a="http://schemas.openxmlformats.org/drawingml/2006/main">
              <a:ext uri="{FF2B5EF4-FFF2-40B4-BE49-F238E27FC236}">
                <a16:creationId xmlns:a16="http://schemas.microsoft.com/office/drawing/2014/main" id="{AF8CC578-602B-4229-B785-A079F1BC5118}"/>
              </a:ext>
            </a:extLst>
          </p:cNvPr>
          <p:cNvGraphicFramePr/>
          <p:nvPr/>
        </p:nvGraphicFramePr>
        <p:xfrm>
          <a:off xmlns:a="http://schemas.openxmlformats.org/drawingml/2006/main" x="609600" y="1762125"/>
          <a:ext xmlns:a="http://schemas.openxmlformats.org/drawingml/2006/main" cx="10972800" cy="3333750"/>
        </p:xfrm>
        <a:graphic xmlns:a="http://schemas.openxmlformats.org/drawingml/2006/main">
          <a:graphicData uri="http://schemas.openxmlformats.org/drawingml/2006/table">
            <a:tbl>
              <a:tblPr/>
              <a:tblGrid>
                <a:gridCol w="2714625"/>
                <a:gridCol w="4191000"/>
                <a:gridCol w="4067175"/>
              </a:tblGrid>
              <a:tr h="833438">
                <a:tc>
                  <a:txBody>
                    <a:bodyPr/>
                    <a:lstStyle/>
                    <a:p>
                      <a:r>
                        <a:rPr sz="1800" b="1">
                          <a:solidFill>
                            <a:srgbClr val="FFFFFF"/>
                          </a:solidFill>
                          <a:latin typeface="Arial Unicode MS"/>
                          <a:ea typeface="Arial Unicode MS"/>
                          <a:cs typeface="Arial Unicode MS"/>
                        </a:rPr>
                        <a:t>선택</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현재 한계</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다음 검증</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833438">
                <a:tc>
                  <a:txBody>
                    <a:bodyPr/>
                    <a:lstStyle/>
                    <a:p>
                      <a:r>
                        <a:rPr sz="1800" b="0">
                          <a:solidFill>
                            <a:srgbClr val="173C46"/>
                          </a:solidFill>
                          <a:latin typeface="Arial Unicode MS"/>
                          <a:ea typeface="Arial Unicode MS"/>
                          <a:cs typeface="Arial Unicode MS"/>
                        </a:rPr>
                        <a:t>형식과 10항목 제한</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임의 양식, 스캔, 도면 미지원</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새 문서 양식의 독립 평가</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833438">
                <a:tc>
                  <a:txBody>
                    <a:bodyPr/>
                    <a:lstStyle/>
                    <a:p>
                      <a:r>
                        <a:rPr sz="1800" b="0">
                          <a:solidFill>
                            <a:srgbClr val="173C46"/>
                          </a:solidFill>
                          <a:latin typeface="Arial Unicode MS"/>
                          <a:ea typeface="Arial Unicode MS"/>
                          <a:cs typeface="Arial Unicode MS"/>
                        </a:rPr>
                        <a:t>모호한 값은 보류</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담당자의 확인 부담 증가</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오판과 불필요한 보류 평가</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833438">
                <a:tc>
                  <a:txBody>
                    <a:bodyPr/>
                    <a:lstStyle/>
                    <a:p>
                      <a:r>
                        <a:rPr sz="1800" b="0">
                          <a:solidFill>
                            <a:srgbClr val="173C46"/>
                          </a:solidFill>
                          <a:latin typeface="Arial Unicode MS"/>
                          <a:ea typeface="Arial Unicode MS"/>
                          <a:cs typeface="Arial Unicode MS"/>
                        </a:rPr>
                        <a:t>API 선택과 키워드 검색</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외부 전송·비용·검색 표현 제한</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호출·검색 방식별 비교</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safety">
            <a:extLst xmlns:a="http://schemas.openxmlformats.org/drawingml/2006/main">
              <a:ext uri="{FF2B5EF4-FFF2-40B4-BE49-F238E27FC236}">
                <a16:creationId xmlns:a16="http://schemas.microsoft.com/office/drawing/2014/main" id="{285F1769-223C-467D-B82A-64BFF8BB8A00}"/>
              </a:ext>
            </a:extLst>
          </p:cNvPr>
          <p:cNvSpPr>
            <a:spLocks xmlns:a="http://schemas.openxmlformats.org/drawingml/2006/main" noGrp="1"/>
          </p:cNvSpPr>
          <p:nvPr/>
        </p:nvSpPr>
        <p:spPr>
          <a:xfrm xmlns:a="http://schemas.openxmlformats.org/drawingml/2006/main">
            <a:off x="609600" y="5686425"/>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76D"/>
                </a:solidFill>
                <a:latin typeface="Arial Unicode MS"/>
                <a:ea typeface="Arial Unicode MS"/>
                <a:cs typeface="Arial Unicode MS"/>
              </a:defRPr>
            </a:defPPr>
            <a:lvl1pPr>
              <a:buNone/>
              <a:defRPr sz="1875" b="0">
                <a:solidFill>
                  <a:srgbClr val="53676D"/>
                </a:solidFill>
                <a:latin typeface="Arial Unicode MS"/>
                <a:ea typeface="Arial Unicode MS"/>
                <a:cs typeface="Arial Unicode MS"/>
              </a:defRPr>
            </a:lvl1pPr>
            <a:lvl2pPr>
              <a:buNone/>
              <a:defRPr sz="1875" b="0">
                <a:solidFill>
                  <a:srgbClr val="53676D"/>
                </a:solidFill>
                <a:latin typeface="Arial Unicode MS"/>
                <a:ea typeface="Arial Unicode MS"/>
                <a:cs typeface="Arial Unicode MS"/>
              </a:defRPr>
            </a:lvl2pPr>
            <a:lvl3pPr>
              <a:buNone/>
              <a:defRPr sz="1875" b="0">
                <a:solidFill>
                  <a:srgbClr val="53676D"/>
                </a:solidFill>
                <a:latin typeface="Arial Unicode MS"/>
                <a:ea typeface="Arial Unicode MS"/>
                <a:cs typeface="Arial Unicode MS"/>
              </a:defRPr>
            </a:lvl3pPr>
            <a:lvl4pPr>
              <a:buNone/>
              <a:defRPr sz="1875" b="0">
                <a:solidFill>
                  <a:srgbClr val="53676D"/>
                </a:solidFill>
                <a:latin typeface="Arial Unicode MS"/>
                <a:ea typeface="Arial Unicode MS"/>
                <a:cs typeface="Arial Unicode MS"/>
              </a:defRPr>
            </a:lvl4pPr>
            <a:lvl5pPr>
              <a:buNone/>
              <a:defRPr sz="1875" b="0">
                <a:solidFill>
                  <a:srgbClr val="53676D"/>
                </a:solidFill>
                <a:latin typeface="Arial Unicode MS"/>
                <a:ea typeface="Arial Unicode MS"/>
                <a:cs typeface="Arial Unicode MS"/>
              </a:defRPr>
            </a:lvl5pPr>
            <a:lvl6pPr>
              <a:buNone/>
              <a:defRPr sz="1875" b="0">
                <a:solidFill>
                  <a:srgbClr val="53676D"/>
                </a:solidFill>
                <a:latin typeface="Arial Unicode MS"/>
                <a:ea typeface="Arial Unicode MS"/>
                <a:cs typeface="Arial Unicode MS"/>
              </a:defRPr>
            </a:lvl6pPr>
            <a:lvl7pPr>
              <a:buNone/>
              <a:defRPr sz="1875" b="0">
                <a:solidFill>
                  <a:srgbClr val="53676D"/>
                </a:solidFill>
                <a:latin typeface="Arial Unicode MS"/>
                <a:ea typeface="Arial Unicode MS"/>
                <a:cs typeface="Arial Unicode MS"/>
              </a:defRPr>
            </a:lvl7pPr>
            <a:lvl8pPr>
              <a:buNone/>
              <a:defRPr sz="1875" b="0">
                <a:solidFill>
                  <a:srgbClr val="53676D"/>
                </a:solidFill>
                <a:latin typeface="Arial Unicode MS"/>
                <a:ea typeface="Arial Unicode MS"/>
                <a:cs typeface="Arial Unicode MS"/>
              </a:defRPr>
            </a:lvl8pPr>
            <a:lvl9pPr>
              <a:buNone/>
              <a:defRPr sz="1875" b="0">
                <a:solidFill>
                  <a:srgbClr val="53676D"/>
                </a:solidFill>
                <a:latin typeface="Arial Unicode MS"/>
                <a:ea typeface="Arial Unicode MS"/>
                <a:cs typeface="Arial Unicode MS"/>
              </a:defRPr>
            </a:lvl9pPr>
          </a:lstStyle>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답을 만드는 것만큼 근거 연결과 불확실성 보류가 중요했습니다.</a:t>
            </a:r>
          </a:p>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현업 적용 전에는 접근 권한·승인 이력·문서 진위·운영 보안 검토가 필요합니다.</a:t>
            </a:r>
          </a:p>
        </p:txBody>
      </p:sp>
    </p:spTree>
    <p:extLst>
      <p:ext uri="{BB962C8B-B14F-4D97-AF65-F5344CB8AC3E}">
        <p14:creationId xmlns:p14="http://schemas.microsoft.com/office/powerpoint/2010/main" val="272330892"/>
      </p:ext>
    </p:extLst>
  </p:cSld>
</p:sld>
</file>

<file path=ppt/slides/slide14.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heading">
            <a:extLst xmlns:a="http://schemas.openxmlformats.org/drawingml/2006/main">
              <a:ext uri="{FF2B5EF4-FFF2-40B4-BE49-F238E27FC236}">
                <a16:creationId xmlns:a16="http://schemas.microsoft.com/office/drawing/2014/main" id="{689A319F-880D-4DEF-8044-9116782201AA}"/>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충돌 근거 표시 기록 비교</a:t>
            </a:r>
          </a:p>
        </p:txBody>
      </p:sp>
      <p:sp>
        <p:nvSpPr>
          <p:cNvPr id="2" name="page">
            <a:extLst xmlns:a="http://schemas.openxmlformats.org/drawingml/2006/main">
              <a:ext uri="{FF2B5EF4-FFF2-40B4-BE49-F238E27FC236}">
                <a16:creationId xmlns:a16="http://schemas.microsoft.com/office/drawing/2014/main" id="{8B72E4E2-5BD4-4432-82BB-2492065462DD}"/>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14</a:t>
            </a:r>
          </a:p>
        </p:txBody>
      </p:sp>
      <p:graphicFrame>
        <p:nvGraphicFramePr>
          <p:cNvPr id="3" name="">
            <a:extLst xmlns:a="http://schemas.openxmlformats.org/drawingml/2006/main">
              <a:ext uri="{FF2B5EF4-FFF2-40B4-BE49-F238E27FC236}">
                <a16:creationId xmlns:a16="http://schemas.microsoft.com/office/drawing/2014/main" id="{F4376342-3670-48B8-8110-126ABF82545C}"/>
              </a:ext>
            </a:extLst>
          </p:cNvPr>
          <p:cNvGraphicFramePr/>
          <p:nvPr/>
        </p:nvGraphicFramePr>
        <p:xfrm>
          <a:off xmlns:a="http://schemas.openxmlformats.org/drawingml/2006/main" x="609600" y="1695450"/>
          <a:ext xmlns:a="http://schemas.openxmlformats.org/drawingml/2006/main" cx="10972800" cy="2914650"/>
        </p:xfrm>
        <a:graphic xmlns:a="http://schemas.openxmlformats.org/drawingml/2006/main">
          <a:graphicData uri="http://schemas.openxmlformats.org/drawingml/2006/table">
            <a:tbl>
              <a:tblPr/>
              <a:tblGrid>
                <a:gridCol w="4114800"/>
                <a:gridCol w="3429000"/>
                <a:gridCol w="3429000"/>
              </a:tblGrid>
              <a:tr h="728663">
                <a:tc>
                  <a:txBody>
                    <a:bodyPr/>
                    <a:lstStyle/>
                    <a:p>
                      <a:r>
                        <a:rPr sz="1800" b="1">
                          <a:solidFill>
                            <a:srgbClr val="FFFFFF"/>
                          </a:solidFill>
                          <a:latin typeface="Arial Unicode MS"/>
                          <a:ea typeface="Arial Unicode MS"/>
                          <a:cs typeface="Arial Unicode MS"/>
                        </a:rPr>
                        <a:t>고정 F04 사례</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이전 저장 결과</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800" b="1">
                          <a:solidFill>
                            <a:srgbClr val="FFFFFF"/>
                          </a:solidFill>
                          <a:latin typeface="Arial Unicode MS"/>
                          <a:ea typeface="Arial Unicode MS"/>
                          <a:cs typeface="Arial Unicode MS"/>
                        </a:rPr>
                        <a:t>현재 재생 결과</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728663">
                <a:tc>
                  <a:txBody>
                    <a:bodyPr/>
                    <a:lstStyle/>
                    <a:p>
                      <a:r>
                        <a:rPr sz="1800" b="0">
                          <a:solidFill>
                            <a:srgbClr val="173C46"/>
                          </a:solidFill>
                          <a:latin typeface="Arial Unicode MS"/>
                          <a:ea typeface="Arial Unicode MS"/>
                          <a:cs typeface="Arial Unicode MS"/>
                        </a:rPr>
                        <a:t>팬 전원 충돌 근거</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400 V 한 종류</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400 V·440 V 두 종류</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28663">
                <a:tc>
                  <a:txBody>
                    <a:bodyPr/>
                    <a:lstStyle/>
                    <a:p>
                      <a:r>
                        <a:rPr sz="1800" b="0">
                          <a:solidFill>
                            <a:srgbClr val="173C46"/>
                          </a:solidFill>
                          <a:latin typeface="Arial Unicode MS"/>
                          <a:ea typeface="Arial Unicode MS"/>
                          <a:cs typeface="Arial Unicode MS"/>
                        </a:rPr>
                        <a:t>근거 완전성 표시</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true</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c>
                  <a:txBody>
                    <a:bodyPr/>
                    <a:lstStyle/>
                    <a:p>
                      <a:r>
                        <a:rPr sz="1800" b="0">
                          <a:solidFill>
                            <a:srgbClr val="173C46"/>
                          </a:solidFill>
                          <a:latin typeface="Arial Unicode MS"/>
                          <a:ea typeface="Arial Unicode MS"/>
                          <a:cs typeface="Arial Unicode MS"/>
                        </a:rPr>
                        <a:t>false · 확인 필요</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28663">
                <a:tc>
                  <a:txBody>
                    <a:bodyPr/>
                    <a:lstStyle/>
                    <a:p>
                      <a:r>
                        <a:rPr sz="1800" b="0">
                          <a:solidFill>
                            <a:srgbClr val="173C46"/>
                          </a:solidFill>
                          <a:latin typeface="Arial Unicode MS"/>
                          <a:ea typeface="Arial Unicode MS"/>
                          <a:cs typeface="Arial Unicode MS"/>
                        </a:rPr>
                        <a:t>항목 판정과 정규화값</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기준 기록 10항목</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c>
                  <a:txBody>
                    <a:bodyPr/>
                    <a:lstStyle/>
                    <a:p>
                      <a:r>
                        <a:rPr sz="1800" b="0">
                          <a:solidFill>
                            <a:srgbClr val="173C46"/>
                          </a:solidFill>
                          <a:latin typeface="Arial Unicode MS"/>
                          <a:ea typeface="Arial Unicode MS"/>
                          <a:cs typeface="Arial Unicode MS"/>
                        </a:rPr>
                        <a:t>10 / 10 동일</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method">
            <a:extLst xmlns:a="http://schemas.openxmlformats.org/drawingml/2006/main">
              <a:ext uri="{FF2B5EF4-FFF2-40B4-BE49-F238E27FC236}">
                <a16:creationId xmlns:a16="http://schemas.microsoft.com/office/drawing/2014/main" id="{E8B33F65-7CA9-4159-A1DD-A8DFCF26E5BC}"/>
              </a:ext>
            </a:extLst>
          </p:cNvPr>
          <p:cNvSpPr>
            <a:spLocks xmlns:a="http://schemas.openxmlformats.org/drawingml/2006/main" noGrp="1"/>
          </p:cNvSpPr>
          <p:nvPr/>
        </p:nvSpPr>
        <p:spPr>
          <a:xfrm xmlns:a="http://schemas.openxmlformats.org/drawingml/2006/main">
            <a:off x="609600" y="494347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5796D"/>
                </a:solidFill>
                <a:latin typeface="Arial Unicode MS"/>
                <a:ea typeface="Arial Unicode MS"/>
                <a:cs typeface="Arial Unicode MS"/>
              </a:defRPr>
            </a:defPPr>
            <a:lvl1pPr>
              <a:buNone/>
              <a:defRPr sz="1875" b="0">
                <a:solidFill>
                  <a:srgbClr val="15796D"/>
                </a:solidFill>
                <a:latin typeface="Arial Unicode MS"/>
                <a:ea typeface="Arial Unicode MS"/>
                <a:cs typeface="Arial Unicode MS"/>
              </a:defRPr>
            </a:lvl1pPr>
            <a:lvl2pPr>
              <a:buNone/>
              <a:defRPr sz="1875" b="0">
                <a:solidFill>
                  <a:srgbClr val="15796D"/>
                </a:solidFill>
                <a:latin typeface="Arial Unicode MS"/>
                <a:ea typeface="Arial Unicode MS"/>
                <a:cs typeface="Arial Unicode MS"/>
              </a:defRPr>
            </a:lvl2pPr>
            <a:lvl3pPr>
              <a:buNone/>
              <a:defRPr sz="1875" b="0">
                <a:solidFill>
                  <a:srgbClr val="15796D"/>
                </a:solidFill>
                <a:latin typeface="Arial Unicode MS"/>
                <a:ea typeface="Arial Unicode MS"/>
                <a:cs typeface="Arial Unicode MS"/>
              </a:defRPr>
            </a:lvl3pPr>
            <a:lvl4pPr>
              <a:buNone/>
              <a:defRPr sz="1875" b="0">
                <a:solidFill>
                  <a:srgbClr val="15796D"/>
                </a:solidFill>
                <a:latin typeface="Arial Unicode MS"/>
                <a:ea typeface="Arial Unicode MS"/>
                <a:cs typeface="Arial Unicode MS"/>
              </a:defRPr>
            </a:lvl4pPr>
            <a:lvl5pPr>
              <a:buNone/>
              <a:defRPr sz="1875" b="0">
                <a:solidFill>
                  <a:srgbClr val="15796D"/>
                </a:solidFill>
                <a:latin typeface="Arial Unicode MS"/>
                <a:ea typeface="Arial Unicode MS"/>
                <a:cs typeface="Arial Unicode MS"/>
              </a:defRPr>
            </a:lvl5pPr>
            <a:lvl6pPr>
              <a:buNone/>
              <a:defRPr sz="1875" b="0">
                <a:solidFill>
                  <a:srgbClr val="15796D"/>
                </a:solidFill>
                <a:latin typeface="Arial Unicode MS"/>
                <a:ea typeface="Arial Unicode MS"/>
                <a:cs typeface="Arial Unicode MS"/>
              </a:defRPr>
            </a:lvl6pPr>
            <a:lvl7pPr>
              <a:buNone/>
              <a:defRPr sz="1875" b="0">
                <a:solidFill>
                  <a:srgbClr val="15796D"/>
                </a:solidFill>
                <a:latin typeface="Arial Unicode MS"/>
                <a:ea typeface="Arial Unicode MS"/>
                <a:cs typeface="Arial Unicode MS"/>
              </a:defRPr>
            </a:lvl7pPr>
            <a:lvl8pPr>
              <a:buNone/>
              <a:defRPr sz="1875" b="0">
                <a:solidFill>
                  <a:srgbClr val="15796D"/>
                </a:solidFill>
                <a:latin typeface="Arial Unicode MS"/>
                <a:ea typeface="Arial Unicode MS"/>
                <a:cs typeface="Arial Unicode MS"/>
              </a:defRPr>
            </a:lvl8pPr>
            <a:lvl9pPr>
              <a:buNone/>
              <a:defRPr sz="1875" b="0">
                <a:solidFill>
                  <a:srgbClr val="15796D"/>
                </a:solidFill>
                <a:latin typeface="Arial Unicode MS"/>
                <a:ea typeface="Arial Unicode MS"/>
                <a:cs typeface="Arial Unicode MS"/>
              </a:defRPr>
            </a:lvl9pPr>
          </a:lstStyle>
          <a:p xmlns:a="http://schemas.openxmlformats.org/drawingml/2006/main">
            <a:pPr>
              <a:buNone/>
              <a:defRPr sz="1875" b="0">
                <a:solidFill>
                  <a:srgbClr val="15796D"/>
                </a:solidFill>
                <a:latin typeface="Arial Unicode MS"/>
                <a:ea typeface="Arial Unicode MS"/>
                <a:cs typeface="Arial Unicode MS"/>
              </a:defRPr>
            </a:pPr>
            <a:r>
              <a:rPr sz="1875" b="0">
                <a:solidFill>
                  <a:srgbClr val="15796D"/>
                </a:solidFill>
                <a:latin typeface="Arial Unicode MS"/>
                <a:ea typeface="Arial Unicode MS"/>
                <a:cs typeface="Arial Unicode MS"/>
              </a:rPr>
              <a:t>과거 Ollama F04의 동일 PDF·저장 응답 2개를 사용했습니다.</a:t>
            </a:r>
          </a:p>
          <a:p xmlns:a="http://schemas.openxmlformats.org/drawingml/2006/main">
            <a:pPr>
              <a:buNone/>
              <a:defRPr sz="1875" b="0">
                <a:solidFill>
                  <a:srgbClr val="15796D"/>
                </a:solidFill>
                <a:latin typeface="Arial Unicode MS"/>
                <a:ea typeface="Arial Unicode MS"/>
                <a:cs typeface="Arial Unicode MS"/>
              </a:defRPr>
            </a:pPr>
            <a:r>
              <a:rPr sz="1875" b="0">
                <a:solidFill>
                  <a:srgbClr val="15796D"/>
                </a:solidFill>
                <a:latin typeface="Arial Unicode MS"/>
                <a:ea typeface="Arial Unicode MS"/>
                <a:cs typeface="Arial Unicode MS"/>
              </a:rPr>
              <a:t>당시 수정 코드로 오프라인 재생했으며 신규 모델 호출은 0회입니다.</a:t>
            </a:r>
          </a:p>
        </p:txBody>
      </p:sp>
      <p:sp>
        <p:nvSpPr>
          <p:cNvPr id="5" name="limit">
            <a:extLst xmlns:a="http://schemas.openxmlformats.org/drawingml/2006/main">
              <a:ext uri="{FF2B5EF4-FFF2-40B4-BE49-F238E27FC236}">
                <a16:creationId xmlns:a16="http://schemas.microsoft.com/office/drawing/2014/main" id="{C16E6A12-F1BE-4A78-A9E8-118B9C3A3EA7}"/>
              </a:ext>
            </a:extLst>
          </p:cNvPr>
          <p:cNvSpPr>
            <a:spLocks xmlns:a="http://schemas.openxmlformats.org/drawingml/2006/main" noGrp="1"/>
          </p:cNvSpPr>
          <p:nvPr/>
        </p:nvSpPr>
        <p:spPr>
          <a:xfrm xmlns:a="http://schemas.openxmlformats.org/drawingml/2006/main">
            <a:off x="609600" y="596265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A54E35"/>
                </a:solidFill>
                <a:latin typeface="Arial Unicode MS"/>
                <a:ea typeface="Arial Unicode MS"/>
                <a:cs typeface="Arial Unicode MS"/>
              </a:defRPr>
            </a:defPPr>
            <a:lvl1pPr>
              <a:buNone/>
              <a:defRPr sz="1575" b="0">
                <a:solidFill>
                  <a:srgbClr val="A54E35"/>
                </a:solidFill>
                <a:latin typeface="Arial Unicode MS"/>
                <a:ea typeface="Arial Unicode MS"/>
                <a:cs typeface="Arial Unicode MS"/>
              </a:defRPr>
            </a:lvl1pPr>
            <a:lvl2pPr>
              <a:buNone/>
              <a:defRPr sz="1575" b="0">
                <a:solidFill>
                  <a:srgbClr val="A54E35"/>
                </a:solidFill>
                <a:latin typeface="Arial Unicode MS"/>
                <a:ea typeface="Arial Unicode MS"/>
                <a:cs typeface="Arial Unicode MS"/>
              </a:defRPr>
            </a:lvl2pPr>
            <a:lvl3pPr>
              <a:buNone/>
              <a:defRPr sz="1575" b="0">
                <a:solidFill>
                  <a:srgbClr val="A54E35"/>
                </a:solidFill>
                <a:latin typeface="Arial Unicode MS"/>
                <a:ea typeface="Arial Unicode MS"/>
                <a:cs typeface="Arial Unicode MS"/>
              </a:defRPr>
            </a:lvl3pPr>
            <a:lvl4pPr>
              <a:buNone/>
              <a:defRPr sz="1575" b="0">
                <a:solidFill>
                  <a:srgbClr val="A54E35"/>
                </a:solidFill>
                <a:latin typeface="Arial Unicode MS"/>
                <a:ea typeface="Arial Unicode MS"/>
                <a:cs typeface="Arial Unicode MS"/>
              </a:defRPr>
            </a:lvl4pPr>
            <a:lvl5pPr>
              <a:buNone/>
              <a:defRPr sz="1575" b="0">
                <a:solidFill>
                  <a:srgbClr val="A54E35"/>
                </a:solidFill>
                <a:latin typeface="Arial Unicode MS"/>
                <a:ea typeface="Arial Unicode MS"/>
                <a:cs typeface="Arial Unicode MS"/>
              </a:defRPr>
            </a:lvl5pPr>
            <a:lvl6pPr>
              <a:buNone/>
              <a:defRPr sz="1575" b="0">
                <a:solidFill>
                  <a:srgbClr val="A54E35"/>
                </a:solidFill>
                <a:latin typeface="Arial Unicode MS"/>
                <a:ea typeface="Arial Unicode MS"/>
                <a:cs typeface="Arial Unicode MS"/>
              </a:defRPr>
            </a:lvl6pPr>
            <a:lvl7pPr>
              <a:buNone/>
              <a:defRPr sz="1575" b="0">
                <a:solidFill>
                  <a:srgbClr val="A54E35"/>
                </a:solidFill>
                <a:latin typeface="Arial Unicode MS"/>
                <a:ea typeface="Arial Unicode MS"/>
                <a:cs typeface="Arial Unicode MS"/>
              </a:defRPr>
            </a:lvl7pPr>
            <a:lvl8pPr>
              <a:buNone/>
              <a:defRPr sz="1575" b="0">
                <a:solidFill>
                  <a:srgbClr val="A54E35"/>
                </a:solidFill>
                <a:latin typeface="Arial Unicode MS"/>
                <a:ea typeface="Arial Unicode MS"/>
                <a:cs typeface="Arial Unicode MS"/>
              </a:defRPr>
            </a:lvl8pPr>
            <a:lvl9pPr>
              <a:buNone/>
              <a:defRPr sz="1575" b="0">
                <a:solidFill>
                  <a:srgbClr val="A54E35"/>
                </a:solidFill>
                <a:latin typeface="Arial Unicode MS"/>
                <a:ea typeface="Arial Unicode MS"/>
                <a:cs typeface="Arial Unicode MS"/>
              </a:defRPr>
            </a:lvl9pPr>
          </a:lstStyle>
          <a:p xmlns:a="http://schemas.openxmlformats.org/drawingml/2006/main">
            <a:pPr>
              <a:buNone/>
              <a:defRPr sz="1575" b="0">
                <a:solidFill>
                  <a:srgbClr val="A54E35"/>
                </a:solidFill>
                <a:latin typeface="Arial Unicode MS"/>
                <a:ea typeface="Arial Unicode MS"/>
                <a:cs typeface="Arial Unicode MS"/>
              </a:defRPr>
            </a:pPr>
            <a:r>
              <a:rPr sz="1575" b="0">
                <a:solidFill>
                  <a:srgbClr val="A54E35"/>
                </a:solidFill>
                <a:latin typeface="Arial Unicode MS"/>
                <a:ea typeface="Arial Unicode MS"/>
                <a:cs typeface="Arial Unicode MS"/>
              </a:rPr>
              <a:t>이전 코드를 새로 실행한 비교는 아닙니다. AI 정확도·속도 개선 수치가 아닙니다.</a:t>
            </a:r>
          </a:p>
        </p:txBody>
      </p:sp>
    </p:spTree>
    <p:extLst>
      <p:ext uri="{BB962C8B-B14F-4D97-AF65-F5344CB8AC3E}">
        <p14:creationId xmlns:p14="http://schemas.microsoft.com/office/powerpoint/2010/main" val="875800321"/>
      </p:ext>
    </p:extLst>
  </p:cSld>
</p:sld>
</file>

<file path=ppt/slides/slide15.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8" name="heading">
            <a:extLst xmlns:a="http://schemas.openxmlformats.org/drawingml/2006/main">
              <a:ext uri="{FF2B5EF4-FFF2-40B4-BE49-F238E27FC236}">
                <a16:creationId xmlns:a16="http://schemas.microsoft.com/office/drawing/2014/main" id="{24D6AF47-B456-49B6-A5F9-9776B9394BA0}"/>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충돌 근거 개선 화면</a:t>
            </a:r>
          </a:p>
        </p:txBody>
      </p:sp>
      <p:sp>
        <p:nvSpPr>
          <p:cNvPr id="2" name="page">
            <a:extLst xmlns:a="http://schemas.openxmlformats.org/drawingml/2006/main">
              <a:ext uri="{FF2B5EF4-FFF2-40B4-BE49-F238E27FC236}">
                <a16:creationId xmlns:a16="http://schemas.microsoft.com/office/drawing/2014/main" id="{E8B6EF28-7402-463D-9F6D-8B40D42834EF}"/>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t>15</a:t>
            </a:r>
          </a:p>
        </p:txBody>
      </p:sp>
      <p:sp>
        <p:nvSpPr>
          <p:cNvPr id="3" name="what">
            <a:extLst xmlns:a="http://schemas.openxmlformats.org/drawingml/2006/main">
              <a:ext uri="{FF2B5EF4-FFF2-40B4-BE49-F238E27FC236}">
                <a16:creationId xmlns:a16="http://schemas.microsoft.com/office/drawing/2014/main" id="{047018CA-1A91-4FE4-8B1C-7CDAC9DA9B26}"/>
              </a:ext>
            </a:extLst>
          </p:cNvPr>
          <p:cNvSpPr>
            <a:spLocks xmlns:a="http://schemas.openxmlformats.org/drawingml/2006/main" noGrp="1"/>
          </p:cNvSpPr>
          <p:nvPr/>
        </p:nvSpPr>
        <p:spPr>
          <a:xfrm xmlns:a="http://schemas.openxmlformats.org/drawingml/2006/main">
            <a:off x="609600" y="1895475"/>
            <a:ext cx="314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5796D"/>
                </a:solidFill>
                <a:latin typeface="Arial Unicode MS"/>
                <a:ea typeface="Arial Unicode MS"/>
                <a:cs typeface="Arial Unicode MS"/>
              </a:defRPr>
            </a:defPPr>
            <a:lvl1pPr>
              <a:buNone/>
              <a:defRPr sz="2400" b="1">
                <a:solidFill>
                  <a:srgbClr val="15796D"/>
                </a:solidFill>
                <a:latin typeface="Arial Unicode MS"/>
                <a:ea typeface="Arial Unicode MS"/>
                <a:cs typeface="Arial Unicode MS"/>
              </a:defRPr>
            </a:lvl1pPr>
            <a:lvl2pPr>
              <a:buNone/>
              <a:defRPr sz="2400" b="1">
                <a:solidFill>
                  <a:srgbClr val="15796D"/>
                </a:solidFill>
                <a:latin typeface="Arial Unicode MS"/>
                <a:ea typeface="Arial Unicode MS"/>
                <a:cs typeface="Arial Unicode MS"/>
              </a:defRPr>
            </a:lvl2pPr>
            <a:lvl3pPr>
              <a:buNone/>
              <a:defRPr sz="2400" b="1">
                <a:solidFill>
                  <a:srgbClr val="15796D"/>
                </a:solidFill>
                <a:latin typeface="Arial Unicode MS"/>
                <a:ea typeface="Arial Unicode MS"/>
                <a:cs typeface="Arial Unicode MS"/>
              </a:defRPr>
            </a:lvl3pPr>
            <a:lvl4pPr>
              <a:buNone/>
              <a:defRPr sz="2400" b="1">
                <a:solidFill>
                  <a:srgbClr val="15796D"/>
                </a:solidFill>
                <a:latin typeface="Arial Unicode MS"/>
                <a:ea typeface="Arial Unicode MS"/>
                <a:cs typeface="Arial Unicode MS"/>
              </a:defRPr>
            </a:lvl4pPr>
            <a:lvl5pPr>
              <a:buNone/>
              <a:defRPr sz="2400" b="1">
                <a:solidFill>
                  <a:srgbClr val="15796D"/>
                </a:solidFill>
                <a:latin typeface="Arial Unicode MS"/>
                <a:ea typeface="Arial Unicode MS"/>
                <a:cs typeface="Arial Unicode MS"/>
              </a:defRPr>
            </a:lvl5pPr>
            <a:lvl6pPr>
              <a:buNone/>
              <a:defRPr sz="2400" b="1">
                <a:solidFill>
                  <a:srgbClr val="15796D"/>
                </a:solidFill>
                <a:latin typeface="Arial Unicode MS"/>
                <a:ea typeface="Arial Unicode MS"/>
                <a:cs typeface="Arial Unicode MS"/>
              </a:defRPr>
            </a:lvl6pPr>
            <a:lvl7pPr>
              <a:buNone/>
              <a:defRPr sz="2400" b="1">
                <a:solidFill>
                  <a:srgbClr val="15796D"/>
                </a:solidFill>
                <a:latin typeface="Arial Unicode MS"/>
                <a:ea typeface="Arial Unicode MS"/>
                <a:cs typeface="Arial Unicode MS"/>
              </a:defRPr>
            </a:lvl7pPr>
            <a:lvl8pPr>
              <a:buNone/>
              <a:defRPr sz="2400" b="1">
                <a:solidFill>
                  <a:srgbClr val="15796D"/>
                </a:solidFill>
                <a:latin typeface="Arial Unicode MS"/>
                <a:ea typeface="Arial Unicode MS"/>
                <a:cs typeface="Arial Unicode MS"/>
              </a:defRPr>
            </a:lvl8pPr>
            <a:lvl9pPr>
              <a:buNone/>
              <a:defRPr sz="2400" b="1">
                <a:solidFill>
                  <a:srgbClr val="15796D"/>
                </a:solidFill>
                <a:latin typeface="Arial Unicode MS"/>
                <a:ea typeface="Arial Unicode MS"/>
                <a:cs typeface="Arial Unicode MS"/>
              </a:defRPr>
            </a:lvl9pPr>
          </a:lstStyle>
          <a:p xmlns:a="http://schemas.openxmlformats.org/drawingml/2006/main">
            <a:pPr>
              <a:buNone/>
              <a:defRPr sz="2400" b="1">
                <a:solidFill>
                  <a:srgbClr val="15796D"/>
                </a:solidFill>
                <a:latin typeface="Arial Unicode MS"/>
                <a:ea typeface="Arial Unicode MS"/>
                <a:cs typeface="Arial Unicode MS"/>
              </a:defRPr>
            </a:pPr>
            <a:r>
              <a:rPr sz="2400" b="1">
                <a:solidFill>
                  <a:srgbClr val="15796D"/>
                </a:solidFill>
                <a:latin typeface="Arial Unicode MS"/>
                <a:ea typeface="Arial Unicode MS"/>
                <a:cs typeface="Arial Unicode MS"/>
              </a:rPr>
              <a:t>400 V·440 V</a:t>
            </a:r>
          </a:p>
          <a:p xmlns:a="http://schemas.openxmlformats.org/drawingml/2006/main">
            <a:pPr>
              <a:buNone/>
              <a:defRPr sz="2400" b="1">
                <a:solidFill>
                  <a:srgbClr val="15796D"/>
                </a:solidFill>
                <a:latin typeface="Arial Unicode MS"/>
                <a:ea typeface="Arial Unicode MS"/>
                <a:cs typeface="Arial Unicode MS"/>
              </a:defRPr>
            </a:pPr>
            <a:r>
              <a:rPr sz="2400" b="1">
                <a:solidFill>
                  <a:srgbClr val="15796D"/>
                </a:solidFill>
                <a:latin typeface="Arial Unicode MS"/>
                <a:ea typeface="Arial Unicode MS"/>
                <a:cs typeface="Arial Unicode MS"/>
              </a:rPr>
              <a:t>근거 동시 표시</a:t>
            </a:r>
          </a:p>
        </p:txBody>
      </p:sp>
      <p:sp>
        <p:nvSpPr>
          <p:cNvPr id="4" name="evidence">
            <a:extLst xmlns:a="http://schemas.openxmlformats.org/drawingml/2006/main">
              <a:ext uri="{FF2B5EF4-FFF2-40B4-BE49-F238E27FC236}">
                <a16:creationId xmlns:a16="http://schemas.microsoft.com/office/drawing/2014/main" id="{2BBBBD6B-5D03-475C-AA12-5393DE518615}"/>
              </a:ext>
            </a:extLst>
          </p:cNvPr>
          <p:cNvSpPr>
            <a:spLocks xmlns:a="http://schemas.openxmlformats.org/drawingml/2006/main" noGrp="1"/>
          </p:cNvSpPr>
          <p:nvPr/>
        </p:nvSpPr>
        <p:spPr>
          <a:xfrm xmlns:a="http://schemas.openxmlformats.org/drawingml/2006/main">
            <a:off x="609600" y="3419475"/>
            <a:ext cx="314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확인 필요 판정은 유지</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누락된 충돌 근거 보완</a:t>
            </a:r>
          </a:p>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AI 정확도 실험은 아님</a:t>
            </a:r>
          </a:p>
        </p:txBody>
      </p:sp>
      <p:sp>
        <p:nvSpPr>
          <p:cNvPr id="5" name="scope">
            <a:extLst xmlns:a="http://schemas.openxmlformats.org/drawingml/2006/main">
              <a:ext uri="{FF2B5EF4-FFF2-40B4-BE49-F238E27FC236}">
                <a16:creationId xmlns:a16="http://schemas.microsoft.com/office/drawing/2014/main" id="{88B2179B-FF1F-410C-8A41-A327072FF961}"/>
              </a:ext>
            </a:extLst>
          </p:cNvPr>
          <p:cNvSpPr>
            <a:spLocks xmlns:a="http://schemas.openxmlformats.org/drawingml/2006/main" noGrp="1"/>
          </p:cNvSpPr>
          <p:nvPr/>
        </p:nvSpPr>
        <p:spPr>
          <a:xfrm xmlns:a="http://schemas.openxmlformats.org/drawingml/2006/main">
            <a:off x="609600" y="5238750"/>
            <a:ext cx="3143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A54E35"/>
                </a:solidFill>
                <a:latin typeface="Arial Unicode MS"/>
                <a:ea typeface="Arial Unicode MS"/>
                <a:cs typeface="Arial Unicode MS"/>
              </a:defRPr>
            </a:defPPr>
            <a:lvl1pPr>
              <a:buNone/>
              <a:defRPr sz="1500" b="0">
                <a:solidFill>
                  <a:srgbClr val="A54E35"/>
                </a:solidFill>
                <a:latin typeface="Arial Unicode MS"/>
                <a:ea typeface="Arial Unicode MS"/>
                <a:cs typeface="Arial Unicode MS"/>
              </a:defRPr>
            </a:lvl1pPr>
            <a:lvl2pPr>
              <a:buNone/>
              <a:defRPr sz="1500" b="0">
                <a:solidFill>
                  <a:srgbClr val="A54E35"/>
                </a:solidFill>
                <a:latin typeface="Arial Unicode MS"/>
                <a:ea typeface="Arial Unicode MS"/>
                <a:cs typeface="Arial Unicode MS"/>
              </a:defRPr>
            </a:lvl2pPr>
            <a:lvl3pPr>
              <a:buNone/>
              <a:defRPr sz="1500" b="0">
                <a:solidFill>
                  <a:srgbClr val="A54E35"/>
                </a:solidFill>
                <a:latin typeface="Arial Unicode MS"/>
                <a:ea typeface="Arial Unicode MS"/>
                <a:cs typeface="Arial Unicode MS"/>
              </a:defRPr>
            </a:lvl3pPr>
            <a:lvl4pPr>
              <a:buNone/>
              <a:defRPr sz="1500" b="0">
                <a:solidFill>
                  <a:srgbClr val="A54E35"/>
                </a:solidFill>
                <a:latin typeface="Arial Unicode MS"/>
                <a:ea typeface="Arial Unicode MS"/>
                <a:cs typeface="Arial Unicode MS"/>
              </a:defRPr>
            </a:lvl4pPr>
            <a:lvl5pPr>
              <a:buNone/>
              <a:defRPr sz="1500" b="0">
                <a:solidFill>
                  <a:srgbClr val="A54E35"/>
                </a:solidFill>
                <a:latin typeface="Arial Unicode MS"/>
                <a:ea typeface="Arial Unicode MS"/>
                <a:cs typeface="Arial Unicode MS"/>
              </a:defRPr>
            </a:lvl5pPr>
            <a:lvl6pPr>
              <a:buNone/>
              <a:defRPr sz="1500" b="0">
                <a:solidFill>
                  <a:srgbClr val="A54E35"/>
                </a:solidFill>
                <a:latin typeface="Arial Unicode MS"/>
                <a:ea typeface="Arial Unicode MS"/>
                <a:cs typeface="Arial Unicode MS"/>
              </a:defRPr>
            </a:lvl6pPr>
            <a:lvl7pPr>
              <a:buNone/>
              <a:defRPr sz="1500" b="0">
                <a:solidFill>
                  <a:srgbClr val="A54E35"/>
                </a:solidFill>
                <a:latin typeface="Arial Unicode MS"/>
                <a:ea typeface="Arial Unicode MS"/>
                <a:cs typeface="Arial Unicode MS"/>
              </a:defRPr>
            </a:lvl7pPr>
            <a:lvl8pPr>
              <a:buNone/>
              <a:defRPr sz="1500" b="0">
                <a:solidFill>
                  <a:srgbClr val="A54E35"/>
                </a:solidFill>
                <a:latin typeface="Arial Unicode MS"/>
                <a:ea typeface="Arial Unicode MS"/>
                <a:cs typeface="Arial Unicode MS"/>
              </a:defRPr>
            </a:lvl8pPr>
            <a:lvl9pPr>
              <a:buNone/>
              <a:defRPr sz="1500" b="0">
                <a:solidFill>
                  <a:srgbClr val="A54E35"/>
                </a:solidFill>
                <a:latin typeface="Arial Unicode MS"/>
                <a:ea typeface="Arial Unicode MS"/>
                <a:cs typeface="Arial Unicode MS"/>
              </a:defRPr>
            </a:lvl9pPr>
          </a:lstStyle>
          <a:p xmlns:a="http://schemas.openxmlformats.org/drawingml/2006/main">
            <a:pPr>
              <a:buNone/>
              <a:defRPr sz="1500" b="0">
                <a:solidFill>
                  <a:srgbClr val="A54E35"/>
                </a:solidFill>
                <a:latin typeface="Arial Unicode MS"/>
                <a:ea typeface="Arial Unicode MS"/>
                <a:cs typeface="Arial Unicode MS"/>
              </a:defRPr>
            </a:pPr>
            <a:r>
              <a:rPr sz="1500" b="0">
                <a:solidFill>
                  <a:srgbClr val="A54E35"/>
                </a:solidFill>
                <a:latin typeface="Arial Unicode MS"/>
                <a:ea typeface="Arial Unicode MS"/>
                <a:cs typeface="Arial Unicode MS"/>
              </a:rPr>
              <a:t>수정 후 화면 일부 확대입니다.</a:t>
            </a:r>
          </a:p>
          <a:p xmlns:a="http://schemas.openxmlformats.org/drawingml/2006/main">
            <a:pPr>
              <a:buNone/>
              <a:defRPr sz="1500" b="0">
                <a:solidFill>
                  <a:srgbClr val="A54E35"/>
                </a:solidFill>
                <a:latin typeface="Arial Unicode MS"/>
                <a:ea typeface="Arial Unicode MS"/>
                <a:cs typeface="Arial Unicode MS"/>
              </a:defRPr>
            </a:pPr>
            <a:r>
              <a:rPr sz="1500" b="0">
                <a:solidFill>
                  <a:srgbClr val="A54E35"/>
                </a:solidFill>
                <a:latin typeface="Arial Unicode MS"/>
                <a:ea typeface="Arial Unicode MS"/>
                <a:cs typeface="Arial Unicode MS"/>
              </a:rPr>
              <a:t>수정 전 UI 캡처와</a:t>
            </a:r>
          </a:p>
          <a:p xmlns:a="http://schemas.openxmlformats.org/drawingml/2006/main">
            <a:pPr>
              <a:buNone/>
              <a:defRPr sz="1500" b="0">
                <a:solidFill>
                  <a:srgbClr val="A54E35"/>
                </a:solidFill>
                <a:latin typeface="Arial Unicode MS"/>
                <a:ea typeface="Arial Unicode MS"/>
                <a:cs typeface="Arial Unicode MS"/>
              </a:defRPr>
            </a:pPr>
            <a:r>
              <a:rPr sz="1500" b="0">
                <a:solidFill>
                  <a:srgbClr val="A54E35"/>
                </a:solidFill>
                <a:latin typeface="Arial Unicode MS"/>
                <a:ea typeface="Arial Unicode MS"/>
                <a:cs typeface="Arial Unicode MS"/>
              </a:rPr>
              <a:t>이전 코드 재실행 비교는</a:t>
            </a:r>
          </a:p>
          <a:p xmlns:a="http://schemas.openxmlformats.org/drawingml/2006/main">
            <a:pPr>
              <a:buNone/>
              <a:defRPr sz="1500" b="0">
                <a:solidFill>
                  <a:srgbClr val="A54E35"/>
                </a:solidFill>
                <a:latin typeface="Arial Unicode MS"/>
                <a:ea typeface="Arial Unicode MS"/>
                <a:cs typeface="Arial Unicode MS"/>
              </a:defRPr>
            </a:pPr>
            <a:r>
              <a:rPr sz="1500" b="0">
                <a:solidFill>
                  <a:srgbClr val="A54E35"/>
                </a:solidFill>
                <a:latin typeface="Arial Unicode MS"/>
                <a:ea typeface="Arial Unicode MS"/>
                <a:cs typeface="Arial Unicode MS"/>
              </a:rPr>
              <a:t>확보하지 않았습니다.</a:t>
            </a:r>
          </a:p>
        </p:txBody>
      </p:sp>
      <p:pic>
        <p:nvPicPr>
          <p:cNvPr id="6" name="">
            <a:extLst xmlns:a="http://schemas.openxmlformats.org/drawingml/2006/main">
              <a:ext uri="{FF2B5EF4-FFF2-40B4-BE49-F238E27FC236}">
                <a16:creationId xmlns:a16="http://schemas.microsoft.com/office/drawing/2014/main" id="{A2A41CB4-8603-48A4-B3D0-38A4232A567E}"/>
              </a:ext>
            </a:extLst>
          </p:cNvPr>
          <p:cNvPicPr>
            <a:picLocks xmlns:a="http://schemas.openxmlformats.org/drawingml/2006/main" noChangeAspect="1"/>
          </p:cNvPicPr>
          <p:nvPr/>
        </p:nvPicPr>
        <p:blipFill>
          <a:blip xmlns:r="http://schemas.openxmlformats.org/officeDocument/2006/relationships" xmlns:a="http://schemas.openxmlformats.org/drawingml/2006/main" r:embed="Rf55cee7ff9784345"/>
          <a:srcRect xmlns:a="http://schemas.openxmlformats.org/drawingml/2006/main" l="3115" t="67834" r="3115" b="19767"/>
          <a:stretch xmlns:a="http://schemas.openxmlformats.org/drawingml/2006/main"/>
        </p:blipFill>
        <p:spPr>
          <a:xfrm xmlns:a="http://schemas.openxmlformats.org/drawingml/2006/main">
            <a:off x="4000500" y="1733550"/>
            <a:ext cx="7429500" cy="2095500"/>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4A378DBD-BA47-4B34-BA97-0AB098F3B3D2}"/>
              </a:ext>
            </a:extLst>
          </p:cNvPr>
          <p:cNvPicPr>
            <a:picLocks xmlns:a="http://schemas.openxmlformats.org/drawingml/2006/main" noChangeAspect="1"/>
          </p:cNvPicPr>
          <p:nvPr/>
        </p:nvPicPr>
        <p:blipFill>
          <a:blip xmlns:r="http://schemas.openxmlformats.org/officeDocument/2006/relationships" xmlns:a="http://schemas.openxmlformats.org/drawingml/2006/main" r:embed="R2e3dfd60f0f8416b"/>
          <a:srcRect xmlns:a="http://schemas.openxmlformats.org/drawingml/2006/main" l="3115" t="83880" r="3115" b="3866"/>
          <a:stretch xmlns:a="http://schemas.openxmlformats.org/drawingml/2006/main"/>
        </p:blipFill>
        <p:spPr>
          <a:xfrm xmlns:a="http://schemas.openxmlformats.org/drawingml/2006/main">
            <a:off x="4000500" y="4000500"/>
            <a:ext cx="7429500" cy="2095500"/>
          </a:xfrm>
          <a:prstGeom xmlns:a="http://schemas.openxmlformats.org/drawingml/2006/main" prst="rect">
            <a:avLst/>
          </a:prstGeom>
        </p:spPr>
      </p:pic>
    </p:spTree>
    <p:extLst>
      <p:ext uri="{BB962C8B-B14F-4D97-AF65-F5344CB8AC3E}">
        <p14:creationId xmlns:p14="http://schemas.microsoft.com/office/powerpoint/2010/main" val="1534192002"/>
      </p:ext>
    </p:extLst>
  </p:cSld>
</p:sld>
</file>

<file path=ppt/slides/slide16.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7" name="heading">
            <a:extLst xmlns:a="http://schemas.openxmlformats.org/drawingml/2006/main">
              <a:ext uri="{FF2B5EF4-FFF2-40B4-BE49-F238E27FC236}">
                <a16:creationId xmlns:a16="http://schemas.microsoft.com/office/drawing/2014/main" id="{F983EFAA-57AB-4CD9-AE8A-9EB3DA72D191}"/>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검토 결과를 회의 자료로 연결</a:t>
            </a:r>
          </a:p>
        </p:txBody>
      </p:sp>
      <p:sp>
        <p:nvSpPr>
          <p:cNvPr id="2" name="page">
            <a:extLst xmlns:a="http://schemas.openxmlformats.org/drawingml/2006/main">
              <a:ext uri="{FF2B5EF4-FFF2-40B4-BE49-F238E27FC236}">
                <a16:creationId xmlns:a16="http://schemas.microsoft.com/office/drawing/2014/main" id="{3F20B86B-FA43-4DAE-B873-6E9056962ACC}"/>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16</a:t>
            </a:r>
          </a:p>
        </p:txBody>
      </p:sp>
      <p:sp>
        <p:nvSpPr>
          <p:cNvPr id="3" name="closing">
            <a:extLst xmlns:a="http://schemas.openxmlformats.org/drawingml/2006/main">
              <a:ext uri="{FF2B5EF4-FFF2-40B4-BE49-F238E27FC236}">
                <a16:creationId xmlns:a16="http://schemas.microsoft.com/office/drawing/2014/main" id="{F3C40A07-DE04-48D8-A7AF-F2ADB2A89CB6}"/>
              </a:ext>
            </a:extLst>
          </p:cNvPr>
          <p:cNvSpPr>
            <a:spLocks xmlns:a="http://schemas.openxmlformats.org/drawingml/2006/main" noGrp="1"/>
          </p:cNvSpPr>
          <p:nvPr/>
        </p:nvSpPr>
        <p:spPr>
          <a:xfrm xmlns:a="http://schemas.openxmlformats.org/drawingml/2006/main">
            <a:off x="609600" y="1828800"/>
            <a:ext cx="5619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15796D"/>
                </a:solidFill>
                <a:latin typeface="Arial Unicode MS"/>
                <a:ea typeface="Arial Unicode MS"/>
                <a:cs typeface="Arial Unicode MS"/>
              </a:defRPr>
            </a:defPPr>
            <a:lvl1pPr>
              <a:buNone/>
              <a:defRPr sz="2850" b="1">
                <a:solidFill>
                  <a:srgbClr val="15796D"/>
                </a:solidFill>
                <a:latin typeface="Arial Unicode MS"/>
                <a:ea typeface="Arial Unicode MS"/>
                <a:cs typeface="Arial Unicode MS"/>
              </a:defRPr>
            </a:lvl1pPr>
            <a:lvl2pPr>
              <a:buNone/>
              <a:defRPr sz="2850" b="1">
                <a:solidFill>
                  <a:srgbClr val="15796D"/>
                </a:solidFill>
                <a:latin typeface="Arial Unicode MS"/>
                <a:ea typeface="Arial Unicode MS"/>
                <a:cs typeface="Arial Unicode MS"/>
              </a:defRPr>
            </a:lvl2pPr>
            <a:lvl3pPr>
              <a:buNone/>
              <a:defRPr sz="2850" b="1">
                <a:solidFill>
                  <a:srgbClr val="15796D"/>
                </a:solidFill>
                <a:latin typeface="Arial Unicode MS"/>
                <a:ea typeface="Arial Unicode MS"/>
                <a:cs typeface="Arial Unicode MS"/>
              </a:defRPr>
            </a:lvl3pPr>
            <a:lvl4pPr>
              <a:buNone/>
              <a:defRPr sz="2850" b="1">
                <a:solidFill>
                  <a:srgbClr val="15796D"/>
                </a:solidFill>
                <a:latin typeface="Arial Unicode MS"/>
                <a:ea typeface="Arial Unicode MS"/>
                <a:cs typeface="Arial Unicode MS"/>
              </a:defRPr>
            </a:lvl4pPr>
            <a:lvl5pPr>
              <a:buNone/>
              <a:defRPr sz="2850" b="1">
                <a:solidFill>
                  <a:srgbClr val="15796D"/>
                </a:solidFill>
                <a:latin typeface="Arial Unicode MS"/>
                <a:ea typeface="Arial Unicode MS"/>
                <a:cs typeface="Arial Unicode MS"/>
              </a:defRPr>
            </a:lvl5pPr>
            <a:lvl6pPr>
              <a:buNone/>
              <a:defRPr sz="2850" b="1">
                <a:solidFill>
                  <a:srgbClr val="15796D"/>
                </a:solidFill>
                <a:latin typeface="Arial Unicode MS"/>
                <a:ea typeface="Arial Unicode MS"/>
                <a:cs typeface="Arial Unicode MS"/>
              </a:defRPr>
            </a:lvl6pPr>
            <a:lvl7pPr>
              <a:buNone/>
              <a:defRPr sz="2850" b="1">
                <a:solidFill>
                  <a:srgbClr val="15796D"/>
                </a:solidFill>
                <a:latin typeface="Arial Unicode MS"/>
                <a:ea typeface="Arial Unicode MS"/>
                <a:cs typeface="Arial Unicode MS"/>
              </a:defRPr>
            </a:lvl7pPr>
            <a:lvl8pPr>
              <a:buNone/>
              <a:defRPr sz="2850" b="1">
                <a:solidFill>
                  <a:srgbClr val="15796D"/>
                </a:solidFill>
                <a:latin typeface="Arial Unicode MS"/>
                <a:ea typeface="Arial Unicode MS"/>
                <a:cs typeface="Arial Unicode MS"/>
              </a:defRPr>
            </a:lvl8pPr>
            <a:lvl9pPr>
              <a:buNone/>
              <a:defRPr sz="2850" b="1">
                <a:solidFill>
                  <a:srgbClr val="15796D"/>
                </a:solidFill>
                <a:latin typeface="Arial Unicode MS"/>
                <a:ea typeface="Arial Unicode MS"/>
                <a:cs typeface="Arial Unicode MS"/>
              </a:defRPr>
            </a:lvl9pPr>
          </a:lstStyle>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변경 누락과 불일치를</a:t>
            </a:r>
          </a:p>
          <a:p xmlns:a="http://schemas.openxmlformats.org/drawingml/2006/main">
            <a:pPr>
              <a:buNone/>
              <a:defRPr sz="2850" b="1">
                <a:solidFill>
                  <a:srgbClr val="15796D"/>
                </a:solidFill>
                <a:latin typeface="Arial Unicode MS"/>
                <a:ea typeface="Arial Unicode MS"/>
                <a:cs typeface="Arial Unicode MS"/>
              </a:defRPr>
            </a:pPr>
            <a:r>
              <a:rPr sz="2850" b="1">
                <a:solidFill>
                  <a:srgbClr val="15796D"/>
                </a:solidFill>
                <a:latin typeface="Arial Unicode MS"/>
                <a:ea typeface="Arial Unicode MS"/>
                <a:cs typeface="Arial Unicode MS"/>
              </a:rPr>
              <a:t>원문과 함께 확인합니다</a:t>
            </a:r>
          </a:p>
        </p:txBody>
      </p:sp>
      <p:sp>
        <p:nvSpPr>
          <p:cNvPr id="4" name="report">
            <a:extLst xmlns:a="http://schemas.openxmlformats.org/drawingml/2006/main">
              <a:ext uri="{FF2B5EF4-FFF2-40B4-BE49-F238E27FC236}">
                <a16:creationId xmlns:a16="http://schemas.microsoft.com/office/drawing/2014/main" id="{22C442EF-88E6-40A6-A04A-275281C6B8E9}"/>
              </a:ext>
            </a:extLst>
          </p:cNvPr>
          <p:cNvSpPr>
            <a:spLocks xmlns:a="http://schemas.openxmlformats.org/drawingml/2006/main" noGrp="1"/>
          </p:cNvSpPr>
          <p:nvPr/>
        </p:nvSpPr>
        <p:spPr>
          <a:xfrm xmlns:a="http://schemas.openxmlformats.org/drawingml/2006/main">
            <a:off x="609600" y="3648075"/>
            <a:ext cx="5238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173C46"/>
                </a:solidFill>
                <a:latin typeface="Arial Unicode MS"/>
                <a:ea typeface="Arial Unicode MS"/>
                <a:cs typeface="Arial Unicode MS"/>
              </a:defRPr>
            </a:defPPr>
            <a:lvl1pPr>
              <a:buNone/>
              <a:defRPr sz="2175" b="0">
                <a:solidFill>
                  <a:srgbClr val="173C46"/>
                </a:solidFill>
                <a:latin typeface="Arial Unicode MS"/>
                <a:ea typeface="Arial Unicode MS"/>
                <a:cs typeface="Arial Unicode MS"/>
              </a:defRPr>
            </a:lvl1pPr>
            <a:lvl2pPr>
              <a:buNone/>
              <a:defRPr sz="2175" b="0">
                <a:solidFill>
                  <a:srgbClr val="173C46"/>
                </a:solidFill>
                <a:latin typeface="Arial Unicode MS"/>
                <a:ea typeface="Arial Unicode MS"/>
                <a:cs typeface="Arial Unicode MS"/>
              </a:defRPr>
            </a:lvl2pPr>
            <a:lvl3pPr>
              <a:buNone/>
              <a:defRPr sz="2175" b="0">
                <a:solidFill>
                  <a:srgbClr val="173C46"/>
                </a:solidFill>
                <a:latin typeface="Arial Unicode MS"/>
                <a:ea typeface="Arial Unicode MS"/>
                <a:cs typeface="Arial Unicode MS"/>
              </a:defRPr>
            </a:lvl3pPr>
            <a:lvl4pPr>
              <a:buNone/>
              <a:defRPr sz="2175" b="0">
                <a:solidFill>
                  <a:srgbClr val="173C46"/>
                </a:solidFill>
                <a:latin typeface="Arial Unicode MS"/>
                <a:ea typeface="Arial Unicode MS"/>
                <a:cs typeface="Arial Unicode MS"/>
              </a:defRPr>
            </a:lvl4pPr>
            <a:lvl5pPr>
              <a:buNone/>
              <a:defRPr sz="2175" b="0">
                <a:solidFill>
                  <a:srgbClr val="173C46"/>
                </a:solidFill>
                <a:latin typeface="Arial Unicode MS"/>
                <a:ea typeface="Arial Unicode MS"/>
                <a:cs typeface="Arial Unicode MS"/>
              </a:defRPr>
            </a:lvl5pPr>
            <a:lvl6pPr>
              <a:buNone/>
              <a:defRPr sz="2175" b="0">
                <a:solidFill>
                  <a:srgbClr val="173C46"/>
                </a:solidFill>
                <a:latin typeface="Arial Unicode MS"/>
                <a:ea typeface="Arial Unicode MS"/>
                <a:cs typeface="Arial Unicode MS"/>
              </a:defRPr>
            </a:lvl6pPr>
            <a:lvl7pPr>
              <a:buNone/>
              <a:defRPr sz="2175" b="0">
                <a:solidFill>
                  <a:srgbClr val="173C46"/>
                </a:solidFill>
                <a:latin typeface="Arial Unicode MS"/>
                <a:ea typeface="Arial Unicode MS"/>
                <a:cs typeface="Arial Unicode MS"/>
              </a:defRPr>
            </a:lvl7pPr>
            <a:lvl8pPr>
              <a:buNone/>
              <a:defRPr sz="2175" b="0">
                <a:solidFill>
                  <a:srgbClr val="173C46"/>
                </a:solidFill>
                <a:latin typeface="Arial Unicode MS"/>
                <a:ea typeface="Arial Unicode MS"/>
                <a:cs typeface="Arial Unicode MS"/>
              </a:defRPr>
            </a:lvl8pPr>
            <a:lvl9pPr>
              <a:buNone/>
              <a:defRPr sz="2175" b="0">
                <a:solidFill>
                  <a:srgbClr val="173C46"/>
                </a:solidFill>
                <a:latin typeface="Arial Unicode MS"/>
                <a:ea typeface="Arial Unicode MS"/>
                <a:cs typeface="Arial Unicode MS"/>
              </a:defRPr>
            </a:lvl9pPr>
          </a:lstStyle>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OpenAI V03: 8일치·2불일치</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저장된 결과를 읽기 전용으로 표시</a:t>
            </a:r>
          </a:p>
          <a:p xmlns:a="http://schemas.openxmlformats.org/drawingml/2006/main">
            <a:pPr>
              <a:buNone/>
              <a:defRPr sz="2175" b="0">
                <a:solidFill>
                  <a:srgbClr val="173C46"/>
                </a:solidFill>
                <a:latin typeface="Arial Unicode MS"/>
                <a:ea typeface="Arial Unicode MS"/>
                <a:cs typeface="Arial Unicode MS"/>
              </a:defRPr>
            </a:pPr>
            <a:r>
              <a:rPr sz="2175" b="0">
                <a:solidFill>
                  <a:srgbClr val="173C46"/>
                </a:solidFill>
                <a:latin typeface="Arial Unicode MS"/>
                <a:ea typeface="Arial Unicode MS"/>
                <a:cs typeface="Arial Unicode MS"/>
              </a:rPr>
              <a:t>보고서 열기는 AI 재호출 없음</a:t>
            </a:r>
          </a:p>
        </p:txBody>
      </p:sp>
      <p:pic>
        <p:nvPicPr>
          <p:cNvPr id="5" name="">
            <a:extLst xmlns:a="http://schemas.openxmlformats.org/drawingml/2006/main">
              <a:ext uri="{FF2B5EF4-FFF2-40B4-BE49-F238E27FC236}">
                <a16:creationId xmlns:a16="http://schemas.microsoft.com/office/drawing/2014/main" id="{5855C6AE-099C-4867-A537-092FC7A17E35}"/>
              </a:ext>
            </a:extLst>
          </p:cNvPr>
          <p:cNvPicPr>
            <a:picLocks xmlns:a="http://schemas.openxmlformats.org/drawingml/2006/main" noChangeAspect="1"/>
          </p:cNvPicPr>
          <p:nvPr/>
        </p:nvPicPr>
        <p:blipFill>
          <a:blip xmlns:r="http://schemas.openxmlformats.org/officeDocument/2006/relationships" xmlns:a="http://schemas.openxmlformats.org/drawingml/2006/main" r:embed="Re4e12ba588c947c3"/>
          <a:srcRect xmlns:a="http://schemas.openxmlformats.org/drawingml/2006/main" l="0" t="12048" r="2294" b="12851"/>
          <a:stretch xmlns:a="http://schemas.openxmlformats.org/drawingml/2006/main"/>
        </p:blipFill>
        <p:spPr>
          <a:xfrm xmlns:a="http://schemas.openxmlformats.org/drawingml/2006/main">
            <a:off x="7067550" y="1581150"/>
            <a:ext cx="4324350" cy="4286250"/>
          </a:xfrm>
          <a:prstGeom xmlns:a="http://schemas.openxmlformats.org/drawingml/2006/main" prst="rect">
            <a:avLst/>
          </a:prstGeom>
        </p:spPr>
      </p:pic>
      <p:sp>
        <p:nvSpPr>
          <p:cNvPr id="6" name="repo">
            <a:extLst xmlns:a="http://schemas.openxmlformats.org/drawingml/2006/main">
              <a:ext uri="{FF2B5EF4-FFF2-40B4-BE49-F238E27FC236}">
                <a16:creationId xmlns:a16="http://schemas.microsoft.com/office/drawing/2014/main" id="{16EC60CA-40DC-4688-805A-94EFD0B59F63}"/>
              </a:ext>
            </a:extLst>
          </p:cNvPr>
          <p:cNvSpPr>
            <a:spLocks xmlns:a="http://schemas.openxmlformats.org/drawingml/2006/main" noGrp="1"/>
          </p:cNvSpPr>
          <p:nvPr/>
        </p:nvSpPr>
        <p:spPr>
          <a:xfrm xmlns:a="http://schemas.openxmlformats.org/drawingml/2006/main">
            <a:off x="609600" y="5905500"/>
            <a:ext cx="1038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53676D"/>
                </a:solidFill>
                <a:latin typeface="Arial Unicode MS"/>
                <a:ea typeface="Arial Unicode MS"/>
                <a:cs typeface="Arial Unicode MS"/>
              </a:defRPr>
            </a:defPPr>
            <a:lvl1pPr>
              <a:buNone/>
              <a:defRPr sz="1725" b="0">
                <a:solidFill>
                  <a:srgbClr val="53676D"/>
                </a:solidFill>
                <a:latin typeface="Arial Unicode MS"/>
                <a:ea typeface="Arial Unicode MS"/>
                <a:cs typeface="Arial Unicode MS"/>
              </a:defRPr>
            </a:lvl1pPr>
            <a:lvl2pPr>
              <a:buNone/>
              <a:defRPr sz="1725" b="0">
                <a:solidFill>
                  <a:srgbClr val="53676D"/>
                </a:solidFill>
                <a:latin typeface="Arial Unicode MS"/>
                <a:ea typeface="Arial Unicode MS"/>
                <a:cs typeface="Arial Unicode MS"/>
              </a:defRPr>
            </a:lvl2pPr>
            <a:lvl3pPr>
              <a:buNone/>
              <a:defRPr sz="1725" b="0">
                <a:solidFill>
                  <a:srgbClr val="53676D"/>
                </a:solidFill>
                <a:latin typeface="Arial Unicode MS"/>
                <a:ea typeface="Arial Unicode MS"/>
                <a:cs typeface="Arial Unicode MS"/>
              </a:defRPr>
            </a:lvl3pPr>
            <a:lvl4pPr>
              <a:buNone/>
              <a:defRPr sz="1725" b="0">
                <a:solidFill>
                  <a:srgbClr val="53676D"/>
                </a:solidFill>
                <a:latin typeface="Arial Unicode MS"/>
                <a:ea typeface="Arial Unicode MS"/>
                <a:cs typeface="Arial Unicode MS"/>
              </a:defRPr>
            </a:lvl4pPr>
            <a:lvl5pPr>
              <a:buNone/>
              <a:defRPr sz="1725" b="0">
                <a:solidFill>
                  <a:srgbClr val="53676D"/>
                </a:solidFill>
                <a:latin typeface="Arial Unicode MS"/>
                <a:ea typeface="Arial Unicode MS"/>
                <a:cs typeface="Arial Unicode MS"/>
              </a:defRPr>
            </a:lvl5pPr>
            <a:lvl6pPr>
              <a:buNone/>
              <a:defRPr sz="1725" b="0">
                <a:solidFill>
                  <a:srgbClr val="53676D"/>
                </a:solidFill>
                <a:latin typeface="Arial Unicode MS"/>
                <a:ea typeface="Arial Unicode MS"/>
                <a:cs typeface="Arial Unicode MS"/>
              </a:defRPr>
            </a:lvl6pPr>
            <a:lvl7pPr>
              <a:buNone/>
              <a:defRPr sz="1725" b="0">
                <a:solidFill>
                  <a:srgbClr val="53676D"/>
                </a:solidFill>
                <a:latin typeface="Arial Unicode MS"/>
                <a:ea typeface="Arial Unicode MS"/>
                <a:cs typeface="Arial Unicode MS"/>
              </a:defRPr>
            </a:lvl7pPr>
            <a:lvl8pPr>
              <a:buNone/>
              <a:defRPr sz="1725" b="0">
                <a:solidFill>
                  <a:srgbClr val="53676D"/>
                </a:solidFill>
                <a:latin typeface="Arial Unicode MS"/>
                <a:ea typeface="Arial Unicode MS"/>
                <a:cs typeface="Arial Unicode MS"/>
              </a:defRPr>
            </a:lvl8pPr>
            <a:lvl9pPr>
              <a:buNone/>
              <a:defRPr sz="1725" b="0">
                <a:solidFill>
                  <a:srgbClr val="53676D"/>
                </a:solidFill>
                <a:latin typeface="Arial Unicode MS"/>
                <a:ea typeface="Arial Unicode MS"/>
                <a:cs typeface="Arial Unicode MS"/>
              </a:defRPr>
            </a:lvl9pPr>
          </a:lstStyle>
          <a:p xmlns:a="http://schemas.openxmlformats.org/drawingml/2006/main">
            <a:pPr>
              <a:buNone/>
              <a:defRPr sz="1725" b="0">
                <a:solidFill>
                  <a:srgbClr val="53676D"/>
                </a:solidFill>
                <a:latin typeface="Arial Unicode MS"/>
                <a:ea typeface="Arial Unicode MS"/>
                <a:cs typeface="Arial Unicode MS"/>
              </a:defRPr>
            </a:pPr>
            <a:r>
              <a:rPr sz="1725" b="0">
                <a:solidFill>
                  <a:srgbClr val="53676D"/>
                </a:solidFill>
                <a:latin typeface="Arial Unicode MS"/>
                <a:ea typeface="Arial Unicode MS"/>
                <a:cs typeface="Arial Unicode MS"/>
              </a:rPr>
              <a:t>github.com/seogdo/transformer-spec-review</a:t>
            </a:r>
          </a:p>
        </p:txBody>
      </p:sp>
    </p:spTree>
    <p:extLst>
      <p:ext uri="{BB962C8B-B14F-4D97-AF65-F5344CB8AC3E}">
        <p14:creationId xmlns:p14="http://schemas.microsoft.com/office/powerpoint/2010/main" val="875584103"/>
      </p:ext>
    </p:extLst>
  </p:cSld>
</p:sld>
</file>

<file path=ppt/slides/slide17.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5" name="heading">
            <a:extLst xmlns:a="http://schemas.openxmlformats.org/drawingml/2006/main">
              <a:ext uri="{FF2B5EF4-FFF2-40B4-BE49-F238E27FC236}">
                <a16:creationId xmlns:a16="http://schemas.microsoft.com/office/drawing/2014/main" id="{68B2BA9B-8078-4DA8-8BE7-0F3745FBB44D}"/>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교재 평가 기준과 대응</a:t>
            </a:r>
          </a:p>
        </p:txBody>
      </p:sp>
      <p:sp>
        <p:nvSpPr>
          <p:cNvPr id="2" name="page">
            <a:extLst xmlns:a="http://schemas.openxmlformats.org/drawingml/2006/main">
              <a:ext uri="{FF2B5EF4-FFF2-40B4-BE49-F238E27FC236}">
                <a16:creationId xmlns:a16="http://schemas.microsoft.com/office/drawing/2014/main" id="{CEF0B795-F08D-48C0-97F7-5E565A24C65E}"/>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17</a:t>
            </a:r>
          </a:p>
        </p:txBody>
      </p:sp>
      <p:graphicFrame>
        <p:nvGraphicFramePr>
          <p:cNvPr id="3" name="">
            <a:extLst xmlns:a="http://schemas.openxmlformats.org/drawingml/2006/main">
              <a:ext uri="{FF2B5EF4-FFF2-40B4-BE49-F238E27FC236}">
                <a16:creationId xmlns:a16="http://schemas.microsoft.com/office/drawing/2014/main" id="{CBA109A8-F57C-4607-A0CB-4D65BA61224B}"/>
              </a:ext>
            </a:extLst>
          </p:cNvPr>
          <p:cNvGraphicFramePr/>
          <p:nvPr/>
        </p:nvGraphicFramePr>
        <p:xfrm>
          <a:off xmlns:a="http://schemas.openxmlformats.org/drawingml/2006/main" x="609600" y="1638300"/>
          <a:ext xmlns:a="http://schemas.openxmlformats.org/drawingml/2006/main" cx="10972800" cy="4229100"/>
        </p:xfrm>
        <a:graphic xmlns:a="http://schemas.openxmlformats.org/drawingml/2006/main">
          <a:graphicData uri="http://schemas.openxmlformats.org/drawingml/2006/table">
            <a:tbl>
              <a:tblPr/>
              <a:tblGrid>
                <a:gridCol w="3143250"/>
                <a:gridCol w="7829550"/>
              </a:tblGrid>
              <a:tr h="704850">
                <a:tc>
                  <a:txBody>
                    <a:bodyPr/>
                    <a:lstStyle/>
                    <a:p>
                      <a:r>
                        <a:rPr sz="1725" b="1">
                          <a:solidFill>
                            <a:srgbClr val="FFFFFF"/>
                          </a:solidFill>
                          <a:latin typeface="Arial Unicode MS"/>
                          <a:ea typeface="Arial Unicode MS"/>
                          <a:cs typeface="Arial Unicode MS"/>
                        </a:rPr>
                        <a:t>평가 영역</a:t>
                      </a:r>
                    </a:p>
                  </a:txBody>
                  <a:tcPr marL="152400" marR="152400" marT="133350" marB="133350" anchor="ctr">
                    <a:lnL w="9525">
                      <a:solidFill>
                        <a:srgbClr val="D3DDDA"/>
                      </a:solidFill>
                      <a:prstDash val="solid"/>
                    </a:lnL>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c>
                  <a:txBody>
                    <a:bodyPr/>
                    <a:lstStyle/>
                    <a:p>
                      <a:r>
                        <a:rPr sz="1725" b="1">
                          <a:solidFill>
                            <a:srgbClr val="FFFFFF"/>
                          </a:solidFill>
                          <a:latin typeface="Arial Unicode MS"/>
                          <a:ea typeface="Arial Unicode MS"/>
                          <a:cs typeface="Arial Unicode MS"/>
                        </a:rPr>
                        <a:t>현재 제시할 증거</a:t>
                      </a:r>
                    </a:p>
                  </a:txBody>
                  <a:tcPr marL="152400" marR="152400" marT="133350" marB="133350" anchor="ctr">
                    <a:lnR w="9525">
                      <a:solidFill>
                        <a:srgbClr val="D3DDDA"/>
                      </a:solidFill>
                      <a:prstDash val="solid"/>
                    </a:lnR>
                    <a:lnT w="9525">
                      <a:solidFill>
                        <a:srgbClr val="D3DDDA"/>
                      </a:solidFill>
                      <a:prstDash val="solid"/>
                    </a:lnT>
                    <a:lnB w="9525">
                      <a:solidFill>
                        <a:srgbClr val="D3DDDA"/>
                      </a:solidFill>
                      <a:prstDash val="solid"/>
                    </a:lnB>
                    <a:solidFill>
                      <a:srgbClr val="173C46"/>
                    </a:solidFill>
                  </a:tcPr>
                </a:tc>
              </a:tr>
              <a:tr h="704850">
                <a:tc>
                  <a:txBody>
                    <a:bodyPr/>
                    <a:lstStyle/>
                    <a:p>
                      <a:r>
                        <a:rPr sz="1725" b="0">
                          <a:solidFill>
                            <a:srgbClr val="173C46"/>
                          </a:solidFill>
                          <a:latin typeface="Arial Unicode MS"/>
                          <a:ea typeface="Arial Unicode MS"/>
                          <a:cs typeface="Arial Unicode MS"/>
                        </a:rPr>
                        <a:t>기능 구현 30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725" b="0">
                          <a:solidFill>
                            <a:srgbClr val="173C46"/>
                          </a:solidFill>
                          <a:latin typeface="Arial Unicode MS"/>
                          <a:ea typeface="Arial Unicode MS"/>
                          <a:cs typeface="Arial Unicode MS"/>
                        </a:rPr>
                        <a:t>OpenAI V01·V02·V03 실제 동작과 원문 연결</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04850">
                <a:tc>
                  <a:txBody>
                    <a:bodyPr/>
                    <a:lstStyle/>
                    <a:p>
                      <a:r>
                        <a:rPr sz="1725" b="0">
                          <a:solidFill>
                            <a:srgbClr val="173C46"/>
                          </a:solidFill>
                          <a:latin typeface="Arial Unicode MS"/>
                          <a:ea typeface="Arial Unicode MS"/>
                          <a:cs typeface="Arial Unicode MS"/>
                        </a:rPr>
                        <a:t>기술 요소 30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725" b="0">
                          <a:solidFill>
                            <a:srgbClr val="173C46"/>
                          </a:solidFill>
                          <a:latin typeface="Arial Unicode MS"/>
                          <a:ea typeface="Arial Unicode MS"/>
                          <a:cs typeface="Arial Unicode MS"/>
                        </a:rPr>
                        <a:t>키워드 RAG, 구조화 검증, 의존성 주입, 모듈·테스트</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04850">
                <a:tc>
                  <a:txBody>
                    <a:bodyPr/>
                    <a:lstStyle/>
                    <a:p>
                      <a:r>
                        <a:rPr sz="1725" b="0">
                          <a:solidFill>
                            <a:srgbClr val="173C46"/>
                          </a:solidFill>
                          <a:latin typeface="Arial Unicode MS"/>
                          <a:ea typeface="Arial Unicode MS"/>
                          <a:cs typeface="Arial Unicode MS"/>
                        </a:rPr>
                        <a:t>한계 설명 20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725" b="0">
                          <a:solidFill>
                            <a:srgbClr val="173C46"/>
                          </a:solidFill>
                          <a:latin typeface="Arial Unicode MS"/>
                          <a:ea typeface="Arial Unicode MS"/>
                          <a:cs typeface="Arial Unicode MS"/>
                        </a:rPr>
                        <a:t>지원 형식·보류 부담·검색·외부 전송·비용 제약</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r h="704850">
                <a:tc>
                  <a:txBody>
                    <a:bodyPr/>
                    <a:lstStyle/>
                    <a:p>
                      <a:r>
                        <a:rPr sz="1725" b="0">
                          <a:solidFill>
                            <a:srgbClr val="173C46"/>
                          </a:solidFill>
                          <a:latin typeface="Arial Unicode MS"/>
                          <a:ea typeface="Arial Unicode MS"/>
                          <a:cs typeface="Arial Unicode MS"/>
                        </a:rPr>
                        <a:t>발표 20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FFFFFF"/>
                    </a:solidFill>
                  </a:tcPr>
                </a:tc>
                <a:tc>
                  <a:txBody>
                    <a:bodyPr/>
                    <a:lstStyle/>
                    <a:p>
                      <a:r>
                        <a:rPr sz="1725" b="0">
                          <a:solidFill>
                            <a:srgbClr val="173C46"/>
                          </a:solidFill>
                          <a:latin typeface="Arial Unicode MS"/>
                          <a:ea typeface="Arial Unicode MS"/>
                          <a:cs typeface="Arial Unicode MS"/>
                        </a:rPr>
                        <a:t>주제·결과 2분 + Python 실행 흐름·RAG·검증 코드 3분</a:t>
                      </a:r>
                    </a:p>
                  </a:txBody>
                  <a:tcPr marL="152400" marR="152400" marT="133350" marB="133350" anchor="ctr">
                    <a:lnR w="9525">
                      <a:solidFill>
                        <a:srgbClr val="D3DDDA"/>
                      </a:solidFill>
                      <a:prstDash val="solid"/>
                    </a:lnR>
                    <a:lnB w="9525">
                      <a:solidFill>
                        <a:srgbClr val="D3DDDA"/>
                      </a:solidFill>
                      <a:prstDash val="solid"/>
                    </a:lnB>
                    <a:solidFill>
                      <a:srgbClr val="FFFFFF"/>
                    </a:solidFill>
                  </a:tcPr>
                </a:tc>
              </a:tr>
              <a:tr h="704850">
                <a:tc>
                  <a:txBody>
                    <a:bodyPr/>
                    <a:lstStyle/>
                    <a:p>
                      <a:r>
                        <a:rPr sz="1725" b="0">
                          <a:solidFill>
                            <a:srgbClr val="173C46"/>
                          </a:solidFill>
                          <a:latin typeface="Arial Unicode MS"/>
                          <a:ea typeface="Arial Unicode MS"/>
                          <a:cs typeface="Arial Unicode MS"/>
                        </a:rPr>
                        <a:t>실측 비교 보너스 10</a:t>
                      </a:r>
                    </a:p>
                  </a:txBody>
                  <a:tcPr marL="152400" marR="152400" marT="133350" marB="133350" anchor="ctr">
                    <a:lnL w="9525">
                      <a:solidFill>
                        <a:srgbClr val="D3DDDA"/>
                      </a:solidFill>
                      <a:prstDash val="solid"/>
                    </a:lnL>
                    <a:lnR w="9525">
                      <a:solidFill>
                        <a:srgbClr val="D3DDDA"/>
                      </a:solidFill>
                      <a:prstDash val="solid"/>
                    </a:lnR>
                    <a:lnB w="9525">
                      <a:solidFill>
                        <a:srgbClr val="D3DDDA"/>
                      </a:solidFill>
                      <a:prstDash val="solid"/>
                    </a:lnB>
                    <a:solidFill>
                      <a:srgbClr val="E8F1ED"/>
                    </a:solidFill>
                  </a:tcPr>
                </a:tc>
                <a:tc>
                  <a:txBody>
                    <a:bodyPr/>
                    <a:lstStyle/>
                    <a:p>
                      <a:r>
                        <a:rPr sz="1725" b="0">
                          <a:solidFill>
                            <a:srgbClr val="173C46"/>
                          </a:solidFill>
                          <a:latin typeface="Arial Unicode MS"/>
                          <a:ea typeface="Arial Unicode MS"/>
                          <a:cs typeface="Arial Unicode MS"/>
                        </a:rPr>
                        <a:t>참고 기록 비교만 제시 · 정식 전후 성능 실험은 미실시</a:t>
                      </a:r>
                    </a:p>
                  </a:txBody>
                  <a:tcPr marL="152400" marR="152400" marT="133350" marB="133350" anchor="ctr">
                    <a:lnR w="9525">
                      <a:solidFill>
                        <a:srgbClr val="D3DDDA"/>
                      </a:solidFill>
                      <a:prstDash val="solid"/>
                    </a:lnR>
                    <a:lnB w="9525">
                      <a:solidFill>
                        <a:srgbClr val="D3DDDA"/>
                      </a:solidFill>
                      <a:prstDash val="solid"/>
                    </a:lnB>
                    <a:solidFill>
                      <a:srgbClr val="E8F1ED"/>
                    </a:solidFill>
                  </a:tcPr>
                </a:tc>
              </a:tr>
            </a:tbl>
          </a:graphicData>
        </a:graphic>
      </p:graphicFrame>
      <p:sp>
        <p:nvSpPr>
          <p:cNvPr id="4" name="scope">
            <a:extLst xmlns:a="http://schemas.openxmlformats.org/drawingml/2006/main">
              <a:ext uri="{FF2B5EF4-FFF2-40B4-BE49-F238E27FC236}">
                <a16:creationId xmlns:a16="http://schemas.microsoft.com/office/drawing/2014/main" id="{09D807EA-4F5A-41CE-A63E-72C5DB3CAB10}"/>
              </a:ext>
            </a:extLst>
          </p:cNvPr>
          <p:cNvSpPr>
            <a:spLocks xmlns:a="http://schemas.openxmlformats.org/drawingml/2006/main" noGrp="1"/>
          </p:cNvSpPr>
          <p:nvPr/>
        </p:nvSpPr>
        <p:spPr>
          <a:xfrm xmlns:a="http://schemas.openxmlformats.org/drawingml/2006/main">
            <a:off x="609600" y="6096000"/>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53676D"/>
                </a:solidFill>
                <a:latin typeface="Arial Unicode MS"/>
                <a:ea typeface="Arial Unicode MS"/>
                <a:cs typeface="Arial Unicode MS"/>
              </a:defRPr>
            </a:defPPr>
            <a:lvl1pPr>
              <a:buNone/>
              <a:defRPr sz="1425" b="0">
                <a:solidFill>
                  <a:srgbClr val="53676D"/>
                </a:solidFill>
                <a:latin typeface="Arial Unicode MS"/>
                <a:ea typeface="Arial Unicode MS"/>
                <a:cs typeface="Arial Unicode MS"/>
              </a:defRPr>
            </a:lvl1pPr>
            <a:lvl2pPr>
              <a:buNone/>
              <a:defRPr sz="1425" b="0">
                <a:solidFill>
                  <a:srgbClr val="53676D"/>
                </a:solidFill>
                <a:latin typeface="Arial Unicode MS"/>
                <a:ea typeface="Arial Unicode MS"/>
                <a:cs typeface="Arial Unicode MS"/>
              </a:defRPr>
            </a:lvl2pPr>
            <a:lvl3pPr>
              <a:buNone/>
              <a:defRPr sz="1425" b="0">
                <a:solidFill>
                  <a:srgbClr val="53676D"/>
                </a:solidFill>
                <a:latin typeface="Arial Unicode MS"/>
                <a:ea typeface="Arial Unicode MS"/>
                <a:cs typeface="Arial Unicode MS"/>
              </a:defRPr>
            </a:lvl3pPr>
            <a:lvl4pPr>
              <a:buNone/>
              <a:defRPr sz="1425" b="0">
                <a:solidFill>
                  <a:srgbClr val="53676D"/>
                </a:solidFill>
                <a:latin typeface="Arial Unicode MS"/>
                <a:ea typeface="Arial Unicode MS"/>
                <a:cs typeface="Arial Unicode MS"/>
              </a:defRPr>
            </a:lvl4pPr>
            <a:lvl5pPr>
              <a:buNone/>
              <a:defRPr sz="1425" b="0">
                <a:solidFill>
                  <a:srgbClr val="53676D"/>
                </a:solidFill>
                <a:latin typeface="Arial Unicode MS"/>
                <a:ea typeface="Arial Unicode MS"/>
                <a:cs typeface="Arial Unicode MS"/>
              </a:defRPr>
            </a:lvl5pPr>
            <a:lvl6pPr>
              <a:buNone/>
              <a:defRPr sz="1425" b="0">
                <a:solidFill>
                  <a:srgbClr val="53676D"/>
                </a:solidFill>
                <a:latin typeface="Arial Unicode MS"/>
                <a:ea typeface="Arial Unicode MS"/>
                <a:cs typeface="Arial Unicode MS"/>
              </a:defRPr>
            </a:lvl6pPr>
            <a:lvl7pPr>
              <a:buNone/>
              <a:defRPr sz="1425" b="0">
                <a:solidFill>
                  <a:srgbClr val="53676D"/>
                </a:solidFill>
                <a:latin typeface="Arial Unicode MS"/>
                <a:ea typeface="Arial Unicode MS"/>
                <a:cs typeface="Arial Unicode MS"/>
              </a:defRPr>
            </a:lvl7pPr>
            <a:lvl8pPr>
              <a:buNone/>
              <a:defRPr sz="1425" b="0">
                <a:solidFill>
                  <a:srgbClr val="53676D"/>
                </a:solidFill>
                <a:latin typeface="Arial Unicode MS"/>
                <a:ea typeface="Arial Unicode MS"/>
                <a:cs typeface="Arial Unicode MS"/>
              </a:defRPr>
            </a:lvl8pPr>
            <a:lvl9pPr>
              <a:buNone/>
              <a:defRPr sz="1425" b="0">
                <a:solidFill>
                  <a:srgbClr val="53676D"/>
                </a:solidFill>
                <a:latin typeface="Arial Unicode MS"/>
                <a:ea typeface="Arial Unicode MS"/>
                <a:cs typeface="Arial Unicode MS"/>
              </a:defRPr>
            </a:lvl9pPr>
          </a:lstStyle>
          <a:p xmlns:a="http://schemas.openxmlformats.org/drawingml/2006/main">
            <a:pPr>
              <a:buNone/>
              <a:defRPr sz="1500" b="0">
                <a:solidFill>
                  <a:srgbClr val="53676D"/>
                </a:solidFill>
                <a:latin typeface="Arial Unicode MS"/>
                <a:ea typeface="Arial Unicode MS"/>
                <a:cs typeface="Arial Unicode MS"/>
              </a:defRPr>
            </a:pPr>
            <a:r>
              <a:rPr sz="1500" b="0">
                <a:solidFill>
                  <a:srgbClr val="53676D"/>
                </a:solidFill>
                <a:latin typeface="Arial Unicode MS"/>
                <a:ea typeface="Arial Unicode MS"/>
                <a:cs typeface="Arial Unicode MS"/>
              </a:rPr>
              <a:t>교재 기준의 대응 근거입니다. 선택 실측 비교의 보너스 충족을 단정하지 않습니다.</a:t>
            </a:r>
          </a:p>
        </p:txBody>
      </p:sp>
    </p:spTree>
    <p:extLst>
      <p:ext uri="{BB962C8B-B14F-4D97-AF65-F5344CB8AC3E}">
        <p14:creationId xmlns:p14="http://schemas.microsoft.com/office/powerpoint/2010/main" val="13181513"/>
      </p:ext>
    </p:extLst>
  </p:cSld>
</p:sld>
</file>

<file path=ppt/slides/slide18.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1" name="heading">
            <a:extLst xmlns:a="http://schemas.openxmlformats.org/drawingml/2006/main">
              <a:ext uri="{FF2B5EF4-FFF2-40B4-BE49-F238E27FC236}">
                <a16:creationId xmlns:a16="http://schemas.microsoft.com/office/drawing/2014/main" id="{93B182B3-746C-4342-A783-C15FEFBA62A0}"/>
              </a:ext>
            </a:extLst>
          </p:cNvPr>
          <p:cNvSpPr>
            <a:spLocks xmlns:a="http://schemas.openxmlformats.org/drawingml/2006/main" noGrp="1"/>
          </p:cNvSpPr>
          <p:nvPr/>
        </p:nvSpPr>
        <p:spPr>
          <a:xfrm xmlns:a="http://schemas.openxmlformats.org/drawingml/2006/main">
            <a:off x="609600" y="495300"/>
            <a:ext cx="10953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73C46"/>
                </a:solidFill>
                <a:latin typeface="Arial Unicode MS"/>
                <a:ea typeface="Arial Unicode MS"/>
                <a:cs typeface="Arial Unicode MS"/>
              </a:defRPr>
            </a:defPPr>
            <a:lvl1pPr>
              <a:buNone/>
              <a:defRPr sz="3225" b="1">
                <a:solidFill>
                  <a:srgbClr val="173C46"/>
                </a:solidFill>
                <a:latin typeface="Arial Unicode MS"/>
                <a:ea typeface="Arial Unicode MS"/>
                <a:cs typeface="Arial Unicode MS"/>
              </a:defRPr>
            </a:lvl1pPr>
            <a:lvl2pPr>
              <a:buNone/>
              <a:defRPr sz="3225" b="1">
                <a:solidFill>
                  <a:srgbClr val="173C46"/>
                </a:solidFill>
                <a:latin typeface="Arial Unicode MS"/>
                <a:ea typeface="Arial Unicode MS"/>
                <a:cs typeface="Arial Unicode MS"/>
              </a:defRPr>
            </a:lvl2pPr>
            <a:lvl3pPr>
              <a:buNone/>
              <a:defRPr sz="3225" b="1">
                <a:solidFill>
                  <a:srgbClr val="173C46"/>
                </a:solidFill>
                <a:latin typeface="Arial Unicode MS"/>
                <a:ea typeface="Arial Unicode MS"/>
                <a:cs typeface="Arial Unicode MS"/>
              </a:defRPr>
            </a:lvl3pPr>
            <a:lvl4pPr>
              <a:buNone/>
              <a:defRPr sz="3225" b="1">
                <a:solidFill>
                  <a:srgbClr val="173C46"/>
                </a:solidFill>
                <a:latin typeface="Arial Unicode MS"/>
                <a:ea typeface="Arial Unicode MS"/>
                <a:cs typeface="Arial Unicode MS"/>
              </a:defRPr>
            </a:lvl4pPr>
            <a:lvl5pPr>
              <a:buNone/>
              <a:defRPr sz="3225" b="1">
                <a:solidFill>
                  <a:srgbClr val="173C46"/>
                </a:solidFill>
                <a:latin typeface="Arial Unicode MS"/>
                <a:ea typeface="Arial Unicode MS"/>
                <a:cs typeface="Arial Unicode MS"/>
              </a:defRPr>
            </a:lvl5pPr>
            <a:lvl6pPr>
              <a:buNone/>
              <a:defRPr sz="3225" b="1">
                <a:solidFill>
                  <a:srgbClr val="173C46"/>
                </a:solidFill>
                <a:latin typeface="Arial Unicode MS"/>
                <a:ea typeface="Arial Unicode MS"/>
                <a:cs typeface="Arial Unicode MS"/>
              </a:defRPr>
            </a:lvl6pPr>
            <a:lvl7pPr>
              <a:buNone/>
              <a:defRPr sz="3225" b="1">
                <a:solidFill>
                  <a:srgbClr val="173C46"/>
                </a:solidFill>
                <a:latin typeface="Arial Unicode MS"/>
                <a:ea typeface="Arial Unicode MS"/>
                <a:cs typeface="Arial Unicode MS"/>
              </a:defRPr>
            </a:lvl7pPr>
            <a:lvl8pPr>
              <a:buNone/>
              <a:defRPr sz="3225" b="1">
                <a:solidFill>
                  <a:srgbClr val="173C46"/>
                </a:solidFill>
                <a:latin typeface="Arial Unicode MS"/>
                <a:ea typeface="Arial Unicode MS"/>
                <a:cs typeface="Arial Unicode MS"/>
              </a:defRPr>
            </a:lvl8pPr>
            <a:lvl9pPr>
              <a:buNone/>
              <a:defRPr sz="3225" b="1">
                <a:solidFill>
                  <a:srgbClr val="173C46"/>
                </a:solidFill>
                <a:latin typeface="Arial Unicode MS"/>
                <a:ea typeface="Arial Unicode MS"/>
                <a:cs typeface="Arial Unicode MS"/>
              </a:defRPr>
            </a:lvl9pPr>
          </a:lstStyle>
          <a:p xmlns:a="http://schemas.openxmlformats.org/drawingml/2006/main">
            <a:pPr>
              <a:buNone/>
              <a:defRPr sz="3225" b="1">
                <a:solidFill>
                  <a:srgbClr val="173C46"/>
                </a:solidFill>
                <a:latin typeface="Arial Unicode MS"/>
                <a:ea typeface="Arial Unicode MS"/>
                <a:cs typeface="Arial Unicode MS"/>
              </a:defRPr>
            </a:pPr>
            <a:r>
              <a:rPr sz="3225" b="1">
                <a:solidFill>
                  <a:srgbClr val="173C46"/>
                </a:solidFill>
                <a:latin typeface="Arial Unicode MS"/>
                <a:ea typeface="Arial Unicode MS"/>
                <a:cs typeface="Arial Unicode MS"/>
              </a:rPr>
              <a:t>부록: 예상 질문과 답변</a:t>
            </a:r>
          </a:p>
        </p:txBody>
      </p:sp>
      <p:sp>
        <p:nvSpPr>
          <p:cNvPr id="2" name="page">
            <a:extLst xmlns:a="http://schemas.openxmlformats.org/drawingml/2006/main">
              <a:ext uri="{FF2B5EF4-FFF2-40B4-BE49-F238E27FC236}">
                <a16:creationId xmlns:a16="http://schemas.microsoft.com/office/drawing/2014/main" id="{02F1E65D-5A01-4F64-8769-08C934D7F87D}"/>
              </a:ext>
            </a:extLst>
          </p:cNvPr>
          <p:cNvSpPr>
            <a:spLocks xmlns:a="http://schemas.openxmlformats.org/drawingml/2006/main" noGrp="1"/>
          </p:cNvSpPr>
          <p:nvPr/>
        </p:nvSpPr>
        <p:spPr>
          <a:xfrm xmlns:a="http://schemas.openxmlformats.org/drawingml/2006/main">
            <a:off x="11144250" y="62960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53676D"/>
                </a:solidFill>
                <a:latin typeface="Arial Unicode MS"/>
                <a:ea typeface="Arial Unicode MS"/>
                <a:cs typeface="Arial Unicode MS"/>
              </a:defRPr>
            </a:defPPr>
            <a:lvl1pPr>
              <a:buNone/>
              <a:defRPr sz="1350" b="0">
                <a:solidFill>
                  <a:srgbClr val="53676D"/>
                </a:solidFill>
                <a:latin typeface="Arial Unicode MS"/>
                <a:ea typeface="Arial Unicode MS"/>
                <a:cs typeface="Arial Unicode MS"/>
              </a:defRPr>
            </a:lvl1pPr>
            <a:lvl2pPr>
              <a:buNone/>
              <a:defRPr sz="1350" b="0">
                <a:solidFill>
                  <a:srgbClr val="53676D"/>
                </a:solidFill>
                <a:latin typeface="Arial Unicode MS"/>
                <a:ea typeface="Arial Unicode MS"/>
                <a:cs typeface="Arial Unicode MS"/>
              </a:defRPr>
            </a:lvl2pPr>
            <a:lvl3pPr>
              <a:buNone/>
              <a:defRPr sz="1350" b="0">
                <a:solidFill>
                  <a:srgbClr val="53676D"/>
                </a:solidFill>
                <a:latin typeface="Arial Unicode MS"/>
                <a:ea typeface="Arial Unicode MS"/>
                <a:cs typeface="Arial Unicode MS"/>
              </a:defRPr>
            </a:lvl3pPr>
            <a:lvl4pPr>
              <a:buNone/>
              <a:defRPr sz="1350" b="0">
                <a:solidFill>
                  <a:srgbClr val="53676D"/>
                </a:solidFill>
                <a:latin typeface="Arial Unicode MS"/>
                <a:ea typeface="Arial Unicode MS"/>
                <a:cs typeface="Arial Unicode MS"/>
              </a:defRPr>
            </a:lvl4pPr>
            <a:lvl5pPr>
              <a:buNone/>
              <a:defRPr sz="1350" b="0">
                <a:solidFill>
                  <a:srgbClr val="53676D"/>
                </a:solidFill>
                <a:latin typeface="Arial Unicode MS"/>
                <a:ea typeface="Arial Unicode MS"/>
                <a:cs typeface="Arial Unicode MS"/>
              </a:defRPr>
            </a:lvl5pPr>
            <a:lvl6pPr>
              <a:buNone/>
              <a:defRPr sz="1350" b="0">
                <a:solidFill>
                  <a:srgbClr val="53676D"/>
                </a:solidFill>
                <a:latin typeface="Arial Unicode MS"/>
                <a:ea typeface="Arial Unicode MS"/>
                <a:cs typeface="Arial Unicode MS"/>
              </a:defRPr>
            </a:lvl6pPr>
            <a:lvl7pPr>
              <a:buNone/>
              <a:defRPr sz="1350" b="0">
                <a:solidFill>
                  <a:srgbClr val="53676D"/>
                </a:solidFill>
                <a:latin typeface="Arial Unicode MS"/>
                <a:ea typeface="Arial Unicode MS"/>
                <a:cs typeface="Arial Unicode MS"/>
              </a:defRPr>
            </a:lvl7pPr>
            <a:lvl8pPr>
              <a:buNone/>
              <a:defRPr sz="1350" b="0">
                <a:solidFill>
                  <a:srgbClr val="53676D"/>
                </a:solidFill>
                <a:latin typeface="Arial Unicode MS"/>
                <a:ea typeface="Arial Unicode MS"/>
                <a:cs typeface="Arial Unicode MS"/>
              </a:defRPr>
            </a:lvl8pPr>
            <a:lvl9pPr>
              <a:buNone/>
              <a:defRPr sz="1350" b="0">
                <a:solidFill>
                  <a:srgbClr val="53676D"/>
                </a:solidFill>
                <a:latin typeface="Arial Unicode MS"/>
                <a:ea typeface="Arial Unicode MS"/>
                <a:cs typeface="Arial Unicode MS"/>
              </a:defRPr>
            </a:lvl9pPr>
          </a:lstStyle>
          <a:p xmlns:a="http://schemas.openxmlformats.org/drawingml/2006/main">
            <a:pPr>
              <a:buNone/>
              <a:defRPr sz="1350" b="0">
                <a:solidFill>
                  <a:srgbClr val="53676D"/>
                </a:solidFill>
                <a:latin typeface="Arial Unicode MS"/>
                <a:ea typeface="Arial Unicode MS"/>
                <a:cs typeface="Arial Unicode MS"/>
              </a:defRPr>
            </a:pPr>
            <a:r>
              <a:rPr sz="1350" b="0">
                <a:solidFill>
                  <a:srgbClr val="53676D"/>
                </a:solidFill>
                <a:latin typeface="Arial Unicode MS"/>
                <a:ea typeface="Arial Unicode MS"/>
                <a:cs typeface="Arial Unicode MS"/>
              </a:rPr>
              <a:t>18</a:t>
            </a:r>
          </a:p>
        </p:txBody>
      </p:sp>
      <p:sp>
        <p:nvSpPr>
          <p:cNvPr id="3" name="q0">
            <a:extLst xmlns:a="http://schemas.openxmlformats.org/drawingml/2006/main">
              <a:ext uri="{FF2B5EF4-FFF2-40B4-BE49-F238E27FC236}">
                <a16:creationId xmlns:a16="http://schemas.microsoft.com/office/drawing/2014/main" id="{E421AC09-FB57-43A7-A9C6-E9476054F264}"/>
              </a:ext>
            </a:extLst>
          </p:cNvPr>
          <p:cNvSpPr>
            <a:spLocks xmlns:a="http://schemas.openxmlformats.org/drawingml/2006/main" noGrp="1"/>
          </p:cNvSpPr>
          <p:nvPr/>
        </p:nvSpPr>
        <p:spPr>
          <a:xfrm xmlns:a="http://schemas.openxmlformats.org/drawingml/2006/main">
            <a:off x="609600" y="166687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buNone/>
              <a:defRPr sz="2025" b="1">
                <a:solidFill>
                  <a:srgbClr val="15796D"/>
                </a:solidFill>
                <a:latin typeface="Arial Unicode MS"/>
                <a:ea typeface="Arial Unicode MS"/>
                <a:cs typeface="Arial Unicode MS"/>
              </a:defRPr>
            </a:lvl1pPr>
            <a:lvl2pPr>
              <a:buNone/>
              <a:defRPr sz="2025" b="1">
                <a:solidFill>
                  <a:srgbClr val="15796D"/>
                </a:solidFill>
                <a:latin typeface="Arial Unicode MS"/>
                <a:ea typeface="Arial Unicode MS"/>
                <a:cs typeface="Arial Unicode MS"/>
              </a:defRPr>
            </a:lvl2pPr>
            <a:lvl3pPr>
              <a:buNone/>
              <a:defRPr sz="2025" b="1">
                <a:solidFill>
                  <a:srgbClr val="15796D"/>
                </a:solidFill>
                <a:latin typeface="Arial Unicode MS"/>
                <a:ea typeface="Arial Unicode MS"/>
                <a:cs typeface="Arial Unicode MS"/>
              </a:defRPr>
            </a:lvl3pPr>
            <a:lvl4pPr>
              <a:buNone/>
              <a:defRPr sz="2025" b="1">
                <a:solidFill>
                  <a:srgbClr val="15796D"/>
                </a:solidFill>
                <a:latin typeface="Arial Unicode MS"/>
                <a:ea typeface="Arial Unicode MS"/>
                <a:cs typeface="Arial Unicode MS"/>
              </a:defRPr>
            </a:lvl4pPr>
            <a:lvl5pPr>
              <a:buNone/>
              <a:defRPr sz="2025" b="1">
                <a:solidFill>
                  <a:srgbClr val="15796D"/>
                </a:solidFill>
                <a:latin typeface="Arial Unicode MS"/>
                <a:ea typeface="Arial Unicode MS"/>
                <a:cs typeface="Arial Unicode MS"/>
              </a:defRPr>
            </a:lvl5pPr>
            <a:lvl6pPr>
              <a:buNone/>
              <a:defRPr sz="2025" b="1">
                <a:solidFill>
                  <a:srgbClr val="15796D"/>
                </a:solidFill>
                <a:latin typeface="Arial Unicode MS"/>
                <a:ea typeface="Arial Unicode MS"/>
                <a:cs typeface="Arial Unicode MS"/>
              </a:defRPr>
            </a:lvl6pPr>
            <a:lvl7pPr>
              <a:buNone/>
              <a:defRPr sz="2025" b="1">
                <a:solidFill>
                  <a:srgbClr val="15796D"/>
                </a:solidFill>
                <a:latin typeface="Arial Unicode MS"/>
                <a:ea typeface="Arial Unicode MS"/>
                <a:cs typeface="Arial Unicode MS"/>
              </a:defRPr>
            </a:lvl7pPr>
            <a:lvl8pPr>
              <a:buNone/>
              <a:defRPr sz="2025" b="1">
                <a:solidFill>
                  <a:srgbClr val="15796D"/>
                </a:solidFill>
                <a:latin typeface="Arial Unicode MS"/>
                <a:ea typeface="Arial Unicode MS"/>
                <a:cs typeface="Arial Unicode MS"/>
              </a:defRPr>
            </a:lvl8pPr>
            <a:lvl9pPr>
              <a:buNone/>
              <a:defRPr sz="2025" b="1">
                <a:solidFill>
                  <a:srgbClr val="15796D"/>
                </a:solidFill>
                <a:latin typeface="Arial Unicode MS"/>
                <a:ea typeface="Arial Unicode MS"/>
                <a:cs typeface="Arial Unicode MS"/>
              </a:defRPr>
            </a:lvl9pPr>
          </a:lstStyle>
          <a:p xmlns:a="http://schemas.openxmlformats.org/drawingml/2006/main">
            <a:pPr>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AI가 꼭 필요한가요</a:t>
            </a:r>
          </a:p>
        </p:txBody>
      </p:sp>
      <p:sp>
        <p:nvSpPr>
          <p:cNvPr id="4" name="a0">
            <a:extLst xmlns:a="http://schemas.openxmlformats.org/drawingml/2006/main">
              <a:ext uri="{FF2B5EF4-FFF2-40B4-BE49-F238E27FC236}">
                <a16:creationId xmlns:a16="http://schemas.microsoft.com/office/drawing/2014/main" id="{6B4BF224-0772-46F5-9A39-D947FC507CD6}"/>
              </a:ext>
            </a:extLst>
          </p:cNvPr>
          <p:cNvSpPr>
            <a:spLocks xmlns:a="http://schemas.openxmlformats.org/drawingml/2006/main" noGrp="1"/>
          </p:cNvSpPr>
          <p:nvPr/>
        </p:nvSpPr>
        <p:spPr>
          <a:xfrm xmlns:a="http://schemas.openxmlformats.org/drawingml/2006/main">
            <a:off x="609600" y="2114550"/>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제한된 형식에서는 규칙도 가능합니다. AI의 추가 효용은 비교 실험이 필요합니다.</a:t>
            </a:r>
          </a:p>
        </p:txBody>
      </p:sp>
      <p:sp>
        <p:nvSpPr>
          <p:cNvPr id="5" name="q1">
            <a:extLst xmlns:a="http://schemas.openxmlformats.org/drawingml/2006/main">
              <a:ext uri="{FF2B5EF4-FFF2-40B4-BE49-F238E27FC236}">
                <a16:creationId xmlns:a16="http://schemas.microsoft.com/office/drawing/2014/main" id="{9C14A162-472F-43A5-AB24-EF312B4B2E59}"/>
              </a:ext>
            </a:extLst>
          </p:cNvPr>
          <p:cNvSpPr>
            <a:spLocks xmlns:a="http://schemas.openxmlformats.org/drawingml/2006/main" noGrp="1"/>
          </p:cNvSpPr>
          <p:nvPr/>
        </p:nvSpPr>
        <p:spPr>
          <a:xfrm xmlns:a="http://schemas.openxmlformats.org/drawingml/2006/main">
            <a:off x="609600" y="28003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buNone/>
              <a:defRPr sz="2025" b="1">
                <a:solidFill>
                  <a:srgbClr val="15796D"/>
                </a:solidFill>
                <a:latin typeface="Arial Unicode MS"/>
                <a:ea typeface="Arial Unicode MS"/>
                <a:cs typeface="Arial Unicode MS"/>
              </a:defRPr>
            </a:lvl1pPr>
            <a:lvl2pPr>
              <a:buNone/>
              <a:defRPr sz="2025" b="1">
                <a:solidFill>
                  <a:srgbClr val="15796D"/>
                </a:solidFill>
                <a:latin typeface="Arial Unicode MS"/>
                <a:ea typeface="Arial Unicode MS"/>
                <a:cs typeface="Arial Unicode MS"/>
              </a:defRPr>
            </a:lvl2pPr>
            <a:lvl3pPr>
              <a:buNone/>
              <a:defRPr sz="2025" b="1">
                <a:solidFill>
                  <a:srgbClr val="15796D"/>
                </a:solidFill>
                <a:latin typeface="Arial Unicode MS"/>
                <a:ea typeface="Arial Unicode MS"/>
                <a:cs typeface="Arial Unicode MS"/>
              </a:defRPr>
            </a:lvl3pPr>
            <a:lvl4pPr>
              <a:buNone/>
              <a:defRPr sz="2025" b="1">
                <a:solidFill>
                  <a:srgbClr val="15796D"/>
                </a:solidFill>
                <a:latin typeface="Arial Unicode MS"/>
                <a:ea typeface="Arial Unicode MS"/>
                <a:cs typeface="Arial Unicode MS"/>
              </a:defRPr>
            </a:lvl4pPr>
            <a:lvl5pPr>
              <a:buNone/>
              <a:defRPr sz="2025" b="1">
                <a:solidFill>
                  <a:srgbClr val="15796D"/>
                </a:solidFill>
                <a:latin typeface="Arial Unicode MS"/>
                <a:ea typeface="Arial Unicode MS"/>
                <a:cs typeface="Arial Unicode MS"/>
              </a:defRPr>
            </a:lvl5pPr>
            <a:lvl6pPr>
              <a:buNone/>
              <a:defRPr sz="2025" b="1">
                <a:solidFill>
                  <a:srgbClr val="15796D"/>
                </a:solidFill>
                <a:latin typeface="Arial Unicode MS"/>
                <a:ea typeface="Arial Unicode MS"/>
                <a:cs typeface="Arial Unicode MS"/>
              </a:defRPr>
            </a:lvl6pPr>
            <a:lvl7pPr>
              <a:buNone/>
              <a:defRPr sz="2025" b="1">
                <a:solidFill>
                  <a:srgbClr val="15796D"/>
                </a:solidFill>
                <a:latin typeface="Arial Unicode MS"/>
                <a:ea typeface="Arial Unicode MS"/>
                <a:cs typeface="Arial Unicode MS"/>
              </a:defRPr>
            </a:lvl7pPr>
            <a:lvl8pPr>
              <a:buNone/>
              <a:defRPr sz="2025" b="1">
                <a:solidFill>
                  <a:srgbClr val="15796D"/>
                </a:solidFill>
                <a:latin typeface="Arial Unicode MS"/>
                <a:ea typeface="Arial Unicode MS"/>
                <a:cs typeface="Arial Unicode MS"/>
              </a:defRPr>
            </a:lvl8pPr>
            <a:lvl9pPr>
              <a:buNone/>
              <a:defRPr sz="2025" b="1">
                <a:solidFill>
                  <a:srgbClr val="15796D"/>
                </a:solidFill>
                <a:latin typeface="Arial Unicode MS"/>
                <a:ea typeface="Arial Unicode MS"/>
                <a:cs typeface="Arial Unicode MS"/>
              </a:defRPr>
            </a:lvl9pPr>
          </a:lstStyle>
          <a:p xmlns:a="http://schemas.openxmlformats.org/drawingml/2006/main">
            <a:pPr>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어디에 RAG를 사용했나요</a:t>
            </a:r>
          </a:p>
        </p:txBody>
      </p:sp>
      <p:sp>
        <p:nvSpPr>
          <p:cNvPr id="6" name="a1">
            <a:extLst xmlns:a="http://schemas.openxmlformats.org/drawingml/2006/main">
              <a:ext uri="{FF2B5EF4-FFF2-40B4-BE49-F238E27FC236}">
                <a16:creationId xmlns:a16="http://schemas.microsoft.com/office/drawing/2014/main" id="{6989BD60-3183-41E8-9394-86087A3F5656}"/>
              </a:ext>
            </a:extLst>
          </p:cNvPr>
          <p:cNvSpPr>
            <a:spLocks xmlns:a="http://schemas.openxmlformats.org/drawingml/2006/main" noGrp="1"/>
          </p:cNvSpPr>
          <p:nvPr/>
        </p:nvSpPr>
        <p:spPr>
          <a:xfrm xmlns:a="http://schemas.openxmlformats.org/drawingml/2006/main">
            <a:off x="609600" y="3248025"/>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관련 원문을 검색해 AI에 전달합니다. 키워드 기반이며 벡터 검색은 없습니다.</a:t>
            </a:r>
          </a:p>
        </p:txBody>
      </p:sp>
      <p:sp>
        <p:nvSpPr>
          <p:cNvPr id="7" name="q2">
            <a:extLst xmlns:a="http://schemas.openxmlformats.org/drawingml/2006/main">
              <a:ext uri="{FF2B5EF4-FFF2-40B4-BE49-F238E27FC236}">
                <a16:creationId xmlns:a16="http://schemas.microsoft.com/office/drawing/2014/main" id="{22299E9D-EB5E-4320-8226-EBBA3CA7532E}"/>
              </a:ext>
            </a:extLst>
          </p:cNvPr>
          <p:cNvSpPr>
            <a:spLocks xmlns:a="http://schemas.openxmlformats.org/drawingml/2006/main" noGrp="1"/>
          </p:cNvSpPr>
          <p:nvPr/>
        </p:nvSpPr>
        <p:spPr>
          <a:xfrm xmlns:a="http://schemas.openxmlformats.org/drawingml/2006/main">
            <a:off x="609600" y="393382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buNone/>
              <a:defRPr sz="2025" b="1">
                <a:solidFill>
                  <a:srgbClr val="15796D"/>
                </a:solidFill>
                <a:latin typeface="Arial Unicode MS"/>
                <a:ea typeface="Arial Unicode MS"/>
                <a:cs typeface="Arial Unicode MS"/>
              </a:defRPr>
            </a:lvl1pPr>
            <a:lvl2pPr>
              <a:buNone/>
              <a:defRPr sz="2025" b="1">
                <a:solidFill>
                  <a:srgbClr val="15796D"/>
                </a:solidFill>
                <a:latin typeface="Arial Unicode MS"/>
                <a:ea typeface="Arial Unicode MS"/>
                <a:cs typeface="Arial Unicode MS"/>
              </a:defRPr>
            </a:lvl2pPr>
            <a:lvl3pPr>
              <a:buNone/>
              <a:defRPr sz="2025" b="1">
                <a:solidFill>
                  <a:srgbClr val="15796D"/>
                </a:solidFill>
                <a:latin typeface="Arial Unicode MS"/>
                <a:ea typeface="Arial Unicode MS"/>
                <a:cs typeface="Arial Unicode MS"/>
              </a:defRPr>
            </a:lvl3pPr>
            <a:lvl4pPr>
              <a:buNone/>
              <a:defRPr sz="2025" b="1">
                <a:solidFill>
                  <a:srgbClr val="15796D"/>
                </a:solidFill>
                <a:latin typeface="Arial Unicode MS"/>
                <a:ea typeface="Arial Unicode MS"/>
                <a:cs typeface="Arial Unicode MS"/>
              </a:defRPr>
            </a:lvl4pPr>
            <a:lvl5pPr>
              <a:buNone/>
              <a:defRPr sz="2025" b="1">
                <a:solidFill>
                  <a:srgbClr val="15796D"/>
                </a:solidFill>
                <a:latin typeface="Arial Unicode MS"/>
                <a:ea typeface="Arial Unicode MS"/>
                <a:cs typeface="Arial Unicode MS"/>
              </a:defRPr>
            </a:lvl5pPr>
            <a:lvl6pPr>
              <a:buNone/>
              <a:defRPr sz="2025" b="1">
                <a:solidFill>
                  <a:srgbClr val="15796D"/>
                </a:solidFill>
                <a:latin typeface="Arial Unicode MS"/>
                <a:ea typeface="Arial Unicode MS"/>
                <a:cs typeface="Arial Unicode MS"/>
              </a:defRPr>
            </a:lvl6pPr>
            <a:lvl7pPr>
              <a:buNone/>
              <a:defRPr sz="2025" b="1">
                <a:solidFill>
                  <a:srgbClr val="15796D"/>
                </a:solidFill>
                <a:latin typeface="Arial Unicode MS"/>
                <a:ea typeface="Arial Unicode MS"/>
                <a:cs typeface="Arial Unicode MS"/>
              </a:defRPr>
            </a:lvl7pPr>
            <a:lvl8pPr>
              <a:buNone/>
              <a:defRPr sz="2025" b="1">
                <a:solidFill>
                  <a:srgbClr val="15796D"/>
                </a:solidFill>
                <a:latin typeface="Arial Unicode MS"/>
                <a:ea typeface="Arial Unicode MS"/>
                <a:cs typeface="Arial Unicode MS"/>
              </a:defRPr>
            </a:lvl8pPr>
            <a:lvl9pPr>
              <a:buNone/>
              <a:defRPr sz="2025" b="1">
                <a:solidFill>
                  <a:srgbClr val="15796D"/>
                </a:solidFill>
                <a:latin typeface="Arial Unicode MS"/>
                <a:ea typeface="Arial Unicode MS"/>
                <a:cs typeface="Arial Unicode MS"/>
              </a:defRPr>
            </a:lvl9pPr>
          </a:lstStyle>
          <a:p xmlns:a="http://schemas.openxmlformats.org/drawingml/2006/main">
            <a:pPr>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정확도와 시간 절감률은 얼마인가요</a:t>
            </a:r>
          </a:p>
        </p:txBody>
      </p:sp>
      <p:sp>
        <p:nvSpPr>
          <p:cNvPr id="8" name="a2">
            <a:extLst xmlns:a="http://schemas.openxmlformats.org/drawingml/2006/main">
              <a:ext uri="{FF2B5EF4-FFF2-40B4-BE49-F238E27FC236}">
                <a16:creationId xmlns:a16="http://schemas.microsoft.com/office/drawing/2014/main" id="{DCD487E1-9899-451F-8C06-EF839CFA90C1}"/>
              </a:ext>
            </a:extLst>
          </p:cNvPr>
          <p:cNvSpPr>
            <a:spLocks xmlns:a="http://schemas.openxmlformats.org/drawingml/2006/main" noGrp="1"/>
          </p:cNvSpPr>
          <p:nvPr/>
        </p:nvSpPr>
        <p:spPr>
          <a:xfrm xmlns:a="http://schemas.openxmlformats.org/drawingml/2006/main">
            <a:off x="609600" y="4381500"/>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가상 동작 확인과 코드 검사는 했지만, 현업 정확도와 절감률은 미측정입니다.</a:t>
            </a:r>
          </a:p>
        </p:txBody>
      </p:sp>
      <p:sp>
        <p:nvSpPr>
          <p:cNvPr id="9" name="q3">
            <a:extLst xmlns:a="http://schemas.openxmlformats.org/drawingml/2006/main">
              <a:ext uri="{FF2B5EF4-FFF2-40B4-BE49-F238E27FC236}">
                <a16:creationId xmlns:a16="http://schemas.microsoft.com/office/drawing/2014/main" id="{7C209EBB-7315-4251-A01B-B00A50BC3263}"/>
              </a:ext>
            </a:extLst>
          </p:cNvPr>
          <p:cNvSpPr>
            <a:spLocks xmlns:a="http://schemas.openxmlformats.org/drawingml/2006/main" noGrp="1"/>
          </p:cNvSpPr>
          <p:nvPr/>
        </p:nvSpPr>
        <p:spPr>
          <a:xfrm xmlns:a="http://schemas.openxmlformats.org/drawingml/2006/main">
            <a:off x="609600" y="50673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5796D"/>
                </a:solidFill>
                <a:latin typeface="Arial Unicode MS"/>
                <a:ea typeface="Arial Unicode MS"/>
                <a:cs typeface="Arial Unicode MS"/>
              </a:defRPr>
            </a:defPPr>
            <a:lvl1pPr>
              <a:buNone/>
              <a:defRPr sz="2025" b="1">
                <a:solidFill>
                  <a:srgbClr val="15796D"/>
                </a:solidFill>
                <a:latin typeface="Arial Unicode MS"/>
                <a:ea typeface="Arial Unicode MS"/>
                <a:cs typeface="Arial Unicode MS"/>
              </a:defRPr>
            </a:lvl1pPr>
            <a:lvl2pPr>
              <a:buNone/>
              <a:defRPr sz="2025" b="1">
                <a:solidFill>
                  <a:srgbClr val="15796D"/>
                </a:solidFill>
                <a:latin typeface="Arial Unicode MS"/>
                <a:ea typeface="Arial Unicode MS"/>
                <a:cs typeface="Arial Unicode MS"/>
              </a:defRPr>
            </a:lvl2pPr>
            <a:lvl3pPr>
              <a:buNone/>
              <a:defRPr sz="2025" b="1">
                <a:solidFill>
                  <a:srgbClr val="15796D"/>
                </a:solidFill>
                <a:latin typeface="Arial Unicode MS"/>
                <a:ea typeface="Arial Unicode MS"/>
                <a:cs typeface="Arial Unicode MS"/>
              </a:defRPr>
            </a:lvl3pPr>
            <a:lvl4pPr>
              <a:buNone/>
              <a:defRPr sz="2025" b="1">
                <a:solidFill>
                  <a:srgbClr val="15796D"/>
                </a:solidFill>
                <a:latin typeface="Arial Unicode MS"/>
                <a:ea typeface="Arial Unicode MS"/>
                <a:cs typeface="Arial Unicode MS"/>
              </a:defRPr>
            </a:lvl4pPr>
            <a:lvl5pPr>
              <a:buNone/>
              <a:defRPr sz="2025" b="1">
                <a:solidFill>
                  <a:srgbClr val="15796D"/>
                </a:solidFill>
                <a:latin typeface="Arial Unicode MS"/>
                <a:ea typeface="Arial Unicode MS"/>
                <a:cs typeface="Arial Unicode MS"/>
              </a:defRPr>
            </a:lvl5pPr>
            <a:lvl6pPr>
              <a:buNone/>
              <a:defRPr sz="2025" b="1">
                <a:solidFill>
                  <a:srgbClr val="15796D"/>
                </a:solidFill>
                <a:latin typeface="Arial Unicode MS"/>
                <a:ea typeface="Arial Unicode MS"/>
                <a:cs typeface="Arial Unicode MS"/>
              </a:defRPr>
            </a:lvl6pPr>
            <a:lvl7pPr>
              <a:buNone/>
              <a:defRPr sz="2025" b="1">
                <a:solidFill>
                  <a:srgbClr val="15796D"/>
                </a:solidFill>
                <a:latin typeface="Arial Unicode MS"/>
                <a:ea typeface="Arial Unicode MS"/>
                <a:cs typeface="Arial Unicode MS"/>
              </a:defRPr>
            </a:lvl7pPr>
            <a:lvl8pPr>
              <a:buNone/>
              <a:defRPr sz="2025" b="1">
                <a:solidFill>
                  <a:srgbClr val="15796D"/>
                </a:solidFill>
                <a:latin typeface="Arial Unicode MS"/>
                <a:ea typeface="Arial Unicode MS"/>
                <a:cs typeface="Arial Unicode MS"/>
              </a:defRPr>
            </a:lvl8pPr>
            <a:lvl9pPr>
              <a:buNone/>
              <a:defRPr sz="2025" b="1">
                <a:solidFill>
                  <a:srgbClr val="15796D"/>
                </a:solidFill>
                <a:latin typeface="Arial Unicode MS"/>
                <a:ea typeface="Arial Unicode MS"/>
                <a:cs typeface="Arial Unicode MS"/>
              </a:defRPr>
            </a:lvl9pPr>
          </a:lstStyle>
          <a:p xmlns:a="http://schemas.openxmlformats.org/drawingml/2006/main">
            <a:pPr>
              <a:buNone/>
              <a:defRPr sz="2025" b="1">
                <a:solidFill>
                  <a:srgbClr val="15796D"/>
                </a:solidFill>
                <a:latin typeface="Arial Unicode MS"/>
                <a:ea typeface="Arial Unicode MS"/>
                <a:cs typeface="Arial Unicode MS"/>
              </a:defRPr>
            </a:pPr>
            <a:r>
              <a:rPr sz="2025" b="1">
                <a:solidFill>
                  <a:srgbClr val="15796D"/>
                </a:solidFill>
                <a:latin typeface="Arial Unicode MS"/>
                <a:ea typeface="Arial Unicode MS"/>
                <a:cs typeface="Arial Unicode MS"/>
              </a:rPr>
              <a:t>담당자 확인이 설계 승인인가요</a:t>
            </a:r>
          </a:p>
        </p:txBody>
      </p:sp>
      <p:sp>
        <p:nvSpPr>
          <p:cNvPr id="10" name="a3">
            <a:extLst xmlns:a="http://schemas.openxmlformats.org/drawingml/2006/main">
              <a:ext uri="{FF2B5EF4-FFF2-40B4-BE49-F238E27FC236}">
                <a16:creationId xmlns:a16="http://schemas.microsoft.com/office/drawing/2014/main" id="{D90455D9-47CB-4AC7-BA22-AC357419731D}"/>
              </a:ext>
            </a:extLst>
          </p:cNvPr>
          <p:cNvSpPr>
            <a:spLocks xmlns:a="http://schemas.openxmlformats.org/drawingml/2006/main" noGrp="1"/>
          </p:cNvSpPr>
          <p:nvPr/>
        </p:nvSpPr>
        <p:spPr>
          <a:xfrm xmlns:a="http://schemas.openxmlformats.org/drawingml/2006/main">
            <a:off x="609600" y="5514975"/>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73C46"/>
                </a:solidFill>
                <a:latin typeface="Arial Unicode MS"/>
                <a:ea typeface="Arial Unicode MS"/>
                <a:cs typeface="Arial Unicode MS"/>
              </a:defRPr>
            </a:defPPr>
            <a:lvl1pPr>
              <a:buNone/>
              <a:defRPr sz="1875" b="0">
                <a:solidFill>
                  <a:srgbClr val="173C46"/>
                </a:solidFill>
                <a:latin typeface="Arial Unicode MS"/>
                <a:ea typeface="Arial Unicode MS"/>
                <a:cs typeface="Arial Unicode MS"/>
              </a:defRPr>
            </a:lvl1pPr>
            <a:lvl2pPr>
              <a:buNone/>
              <a:defRPr sz="1875" b="0">
                <a:solidFill>
                  <a:srgbClr val="173C46"/>
                </a:solidFill>
                <a:latin typeface="Arial Unicode MS"/>
                <a:ea typeface="Arial Unicode MS"/>
                <a:cs typeface="Arial Unicode MS"/>
              </a:defRPr>
            </a:lvl2pPr>
            <a:lvl3pPr>
              <a:buNone/>
              <a:defRPr sz="1875" b="0">
                <a:solidFill>
                  <a:srgbClr val="173C46"/>
                </a:solidFill>
                <a:latin typeface="Arial Unicode MS"/>
                <a:ea typeface="Arial Unicode MS"/>
                <a:cs typeface="Arial Unicode MS"/>
              </a:defRPr>
            </a:lvl3pPr>
            <a:lvl4pPr>
              <a:buNone/>
              <a:defRPr sz="1875" b="0">
                <a:solidFill>
                  <a:srgbClr val="173C46"/>
                </a:solidFill>
                <a:latin typeface="Arial Unicode MS"/>
                <a:ea typeface="Arial Unicode MS"/>
                <a:cs typeface="Arial Unicode MS"/>
              </a:defRPr>
            </a:lvl4pPr>
            <a:lvl5pPr>
              <a:buNone/>
              <a:defRPr sz="1875" b="0">
                <a:solidFill>
                  <a:srgbClr val="173C46"/>
                </a:solidFill>
                <a:latin typeface="Arial Unicode MS"/>
                <a:ea typeface="Arial Unicode MS"/>
                <a:cs typeface="Arial Unicode MS"/>
              </a:defRPr>
            </a:lvl5pPr>
            <a:lvl6pPr>
              <a:buNone/>
              <a:defRPr sz="1875" b="0">
                <a:solidFill>
                  <a:srgbClr val="173C46"/>
                </a:solidFill>
                <a:latin typeface="Arial Unicode MS"/>
                <a:ea typeface="Arial Unicode MS"/>
                <a:cs typeface="Arial Unicode MS"/>
              </a:defRPr>
            </a:lvl6pPr>
            <a:lvl7pPr>
              <a:buNone/>
              <a:defRPr sz="1875" b="0">
                <a:solidFill>
                  <a:srgbClr val="173C46"/>
                </a:solidFill>
                <a:latin typeface="Arial Unicode MS"/>
                <a:ea typeface="Arial Unicode MS"/>
                <a:cs typeface="Arial Unicode MS"/>
              </a:defRPr>
            </a:lvl7pPr>
            <a:lvl8pPr>
              <a:buNone/>
              <a:defRPr sz="1875" b="0">
                <a:solidFill>
                  <a:srgbClr val="173C46"/>
                </a:solidFill>
                <a:latin typeface="Arial Unicode MS"/>
                <a:ea typeface="Arial Unicode MS"/>
                <a:cs typeface="Arial Unicode MS"/>
              </a:defRPr>
            </a:lvl8pPr>
            <a:lvl9pPr>
              <a:buNone/>
              <a:defRPr sz="1875" b="0">
                <a:solidFill>
                  <a:srgbClr val="173C46"/>
                </a:solidFill>
                <a:latin typeface="Arial Unicode MS"/>
                <a:ea typeface="Arial Unicode MS"/>
                <a:cs typeface="Arial Unicode MS"/>
              </a:defRPr>
            </a:lvl9pPr>
          </a:lstStyle>
          <a:p xmlns:a="http://schemas.openxmlformats.org/drawingml/2006/main">
            <a:pPr>
              <a:buNone/>
              <a:defRPr sz="1875" b="0">
                <a:solidFill>
                  <a:srgbClr val="173C46"/>
                </a:solidFill>
                <a:latin typeface="Arial Unicode MS"/>
                <a:ea typeface="Arial Unicode MS"/>
                <a:cs typeface="Arial Unicode MS"/>
              </a:defRPr>
            </a:pPr>
            <a:r>
              <a:rPr sz="1875" b="0">
                <a:solidFill>
                  <a:srgbClr val="173C46"/>
                </a:solidFill>
                <a:latin typeface="Arial Unicode MS"/>
                <a:ea typeface="Arial Unicode MS"/>
                <a:cs typeface="Arial Unicode MS"/>
              </a:rPr>
              <a:t>문서 차이 확인을 돕는 절차입니다. 실제 결재·권한 인증·안전 판단은 별도입니다.</a:t>
            </a:r>
          </a:p>
        </p:txBody>
      </p:sp>
    </p:spTree>
    <p:extLst>
      <p:ext uri="{BB962C8B-B14F-4D97-AF65-F5344CB8AC3E}">
        <p14:creationId xmlns:p14="http://schemas.microsoft.com/office/powerpoint/2010/main" val="7732004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2026-10-21T04:54:49.8260000Z</dcterms:created>
  <dcterms:modified xsi:type="dcterms:W3CDTF">2026-10-21T04:54:49.8260000Z</dcterms:modified>
</coreProperties>
</file>