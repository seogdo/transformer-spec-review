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6e247b15c7440f9" /><Relationship Type="http://schemas.openxmlformats.org/officeDocument/2006/relationships/extended-properties" Target="/docProps/app.xml" Id="R734bd7d1b54440c2" /><Relationship Type="http://schemas.openxmlformats.org/officeDocument/2006/relationships/officeDocument" Target="/ppt/presentation.xml" Id="Rcd5b191148fa4917" /></Relationships>
</file>

<file path=ppt/presentation.xml><?xml version="1.0" encoding="utf-8"?>
<p:presentation xmlns:p="http://schemas.openxmlformats.org/presentationml/2006/main">
  <p:sldMasterIdLst>
    <p:sldMasterId xmlns:r="http://schemas.openxmlformats.org/officeDocument/2006/relationships" id="2147483648" r:id="R382f5b6d0a244463"/>
  </p:sldMasterIdLst>
  <p:notesMasterIdLst>
    <p:notesMasterId xmlns:r="http://schemas.openxmlformats.org/officeDocument/2006/relationships" r:id="R09fd536bb4d7485b"/>
  </p:notesMasterIdLst>
  <p:sldIdLst>
    <p:sldId xmlns:r="http://schemas.openxmlformats.org/officeDocument/2006/relationships" id="256" r:id="Re9e122c8ddca42f0"/>
    <p:sldId xmlns:r="http://schemas.openxmlformats.org/officeDocument/2006/relationships" id="257" r:id="Rd6bd28e2d0a74be6"/>
    <p:sldId xmlns:r="http://schemas.openxmlformats.org/officeDocument/2006/relationships" id="258" r:id="R800a2e2a0b734c59"/>
    <p:sldId xmlns:r="http://schemas.openxmlformats.org/officeDocument/2006/relationships" id="259" r:id="Rc796b65199d14857"/>
    <p:sldId xmlns:r="http://schemas.openxmlformats.org/officeDocument/2006/relationships" id="260" r:id="Rdaf84392f06541c5"/>
    <p:sldId xmlns:r="http://schemas.openxmlformats.org/officeDocument/2006/relationships" id="261" r:id="R0420daaf82374ad6"/>
    <p:sldId xmlns:r="http://schemas.openxmlformats.org/officeDocument/2006/relationships" id="262" r:id="Rf4cceea290ef4915"/>
    <p:sldId xmlns:r="http://schemas.openxmlformats.org/officeDocument/2006/relationships" id="263" r:id="Rabffbcce1235408f"/>
    <p:sldId xmlns:r="http://schemas.openxmlformats.org/officeDocument/2006/relationships" id="264" r:id="R3cb3520f73034248"/>
    <p:sldId xmlns:r="http://schemas.openxmlformats.org/officeDocument/2006/relationships" id="265" r:id="Rf6030ad459844c23"/>
    <p:sldId xmlns:r="http://schemas.openxmlformats.org/officeDocument/2006/relationships" id="266" r:id="R747938ea02ba4ec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9f1004ca0a49f7" /><Relationship Type="http://schemas.openxmlformats.org/officeDocument/2006/relationships/slideMaster" Target="/ppt/slideMasters/slideMaster1.xml" Id="R382f5b6d0a244463" /><Relationship Type="http://schemas.openxmlformats.org/officeDocument/2006/relationships/notesMaster" Target="/ppt/notesMasters/notesMaster1.xml" Id="R09fd536bb4d7485b" /><Relationship Type="http://schemas.openxmlformats.org/officeDocument/2006/relationships/presProps" Target="/ppt/presProps.xml" Id="R48b16bd91f2b4d8d" /><Relationship Type="http://schemas.openxmlformats.org/officeDocument/2006/relationships/tableStyles" Target="/ppt/tableStyles.xml" Id="Rcb4c6f68be314b4e" /><Relationship Type="http://schemas.openxmlformats.org/officeDocument/2006/relationships/slide" Target="/ppt/slides/slide1.xml" Id="Re9e122c8ddca42f0" /><Relationship Type="http://schemas.openxmlformats.org/officeDocument/2006/relationships/slide" Target="/ppt/slides/slide2.xml" Id="Rd6bd28e2d0a74be6" /><Relationship Type="http://schemas.openxmlformats.org/officeDocument/2006/relationships/slide" Target="/ppt/slides/slide3.xml" Id="R800a2e2a0b734c59" /><Relationship Type="http://schemas.openxmlformats.org/officeDocument/2006/relationships/slide" Target="/ppt/slides/slide4.xml" Id="Rc796b65199d14857" /><Relationship Type="http://schemas.openxmlformats.org/officeDocument/2006/relationships/slide" Target="/ppt/slides/slide5.xml" Id="Rdaf84392f06541c5" /><Relationship Type="http://schemas.openxmlformats.org/officeDocument/2006/relationships/slide" Target="/ppt/slides/slide6.xml" Id="R0420daaf82374ad6" /><Relationship Type="http://schemas.openxmlformats.org/officeDocument/2006/relationships/slide" Target="/ppt/slides/slide7.xml" Id="Rf4cceea290ef4915" /><Relationship Type="http://schemas.openxmlformats.org/officeDocument/2006/relationships/slide" Target="/ppt/slides/slide8.xml" Id="Rabffbcce1235408f" /><Relationship Type="http://schemas.openxmlformats.org/officeDocument/2006/relationships/slide" Target="/ppt/slides/slide9.xml" Id="R3cb3520f73034248" /><Relationship Type="http://schemas.openxmlformats.org/officeDocument/2006/relationships/slide" Target="/ppt/slides/slide10.xml" Id="Rf6030ad459844c23" /><Relationship Type="http://schemas.openxmlformats.org/officeDocument/2006/relationships/slide" Target="/ppt/slides/slide11.xml" Id="R747938ea02ba4e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3691dbe4d9a42a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a57b9af6dc24dfd" /><Relationship Type="http://schemas.openxmlformats.org/officeDocument/2006/relationships/notesMaster" Target="/ppt/notesMasters/notesMaster1.xml" Id="R33319323821d49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df11352b4d44e78" /><Relationship Type="http://schemas.openxmlformats.org/officeDocument/2006/relationships/notesMaster" Target="/ppt/notesMasters/notesMaster1.xml" Id="R6ac1e172da144775" /></Relationships>
</file>

<file path=ppt/notesSlides/_rels/notesSlide3.xml.rels>&#65279;<?xml version="1.0" encoding="utf-8"?><Relationships xmlns="http://schemas.openxmlformats.org/package/2006/relationships"><Relationship Type="http://schemas.openxmlformats.org/officeDocument/2006/relationships/slide" Target="/ppt/slides/slide3.xml" Id="R514cfb534fcf40d4" /><Relationship Type="http://schemas.openxmlformats.org/officeDocument/2006/relationships/notesMaster" Target="/ppt/notesMasters/notesMaster1.xml" Id="Rc97989a936634fad" /></Relationships>
</file>

<file path=ppt/notesSlides/_rels/notesSlide4.xml.rels>&#65279;<?xml version="1.0" encoding="utf-8"?><Relationships xmlns="http://schemas.openxmlformats.org/package/2006/relationships"><Relationship Type="http://schemas.openxmlformats.org/officeDocument/2006/relationships/slide" Target="/ppt/slides/slide4.xml" Id="R88666970490c40d0" /><Relationship Type="http://schemas.openxmlformats.org/officeDocument/2006/relationships/notesMaster" Target="/ppt/notesMasters/notesMaster1.xml" Id="Rb9cc2be9c0ab43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7782270b74a34d30" /><Relationship Type="http://schemas.openxmlformats.org/officeDocument/2006/relationships/notesMaster" Target="/ppt/notesMasters/notesMaster1.xml" Id="Rf4900cd05cd1490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acaab9a1eff49ca" /><Relationship Type="http://schemas.openxmlformats.org/officeDocument/2006/relationships/notesMaster" Target="/ppt/notesMasters/notesMaster1.xml" Id="Rffcb50c16bc847b8" /></Relationships>
</file>

<file path=ppt/notesSlides/_rels/notesSlide7.xml.rels>&#65279;<?xml version="1.0" encoding="utf-8"?><Relationships xmlns="http://schemas.openxmlformats.org/package/2006/relationships"><Relationship Type="http://schemas.openxmlformats.org/officeDocument/2006/relationships/slide" Target="/ppt/slides/slide7.xml" Id="R356532a579f64a1f" /><Relationship Type="http://schemas.openxmlformats.org/officeDocument/2006/relationships/notesMaster" Target="/ppt/notesMasters/notesMaster1.xml" Id="R379c7f9b3ed948bc" /></Relationships>
</file>

<file path=ppt/notesSlides/_rels/notesSlide8.xml.rels>&#65279;<?xml version="1.0" encoding="utf-8"?><Relationships xmlns="http://schemas.openxmlformats.org/package/2006/relationships"><Relationship Type="http://schemas.openxmlformats.org/officeDocument/2006/relationships/slide" Target="/ppt/slides/slide8.xml" Id="R0ce5a0f8df534097" /><Relationship Type="http://schemas.openxmlformats.org/officeDocument/2006/relationships/notesMaster" Target="/ppt/notesMasters/notesMaster1.xml" Id="R9d92ee65d0044760" /></Relationships>
</file>

<file path=ppt/notesSlides/_rels/notesSlide9.xml.rels>&#65279;<?xml version="1.0" encoding="utf-8"?><Relationships xmlns="http://schemas.openxmlformats.org/package/2006/relationships"><Relationship Type="http://schemas.openxmlformats.org/officeDocument/2006/relationships/slide" Target="/ppt/slides/slide9.xml" Id="R9bde4e251bba43af" /><Relationship Type="http://schemas.openxmlformats.org/officeDocument/2006/relationships/notesMaster" Target="/ppt/notesMasters/notesMaster1.xml" Id="R85f3e2372156418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2c0dbaa9cad467a" /><Relationship Type="http://schemas.openxmlformats.org/officeDocument/2006/relationships/notesMaster" Target="/ppt/notesMasters/notesMaster1.xml" Id="Rabfd83ef631f426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23b68b20d0f4443" /><Relationship Type="http://schemas.openxmlformats.org/officeDocument/2006/relationships/notesMaster" Target="/ppt/notesMasters/notesMaster1.xml" Id="Rc787339aa9b94b0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0:00-0:10</a:t>
            </a:r>
          </a:p>
          <a:p xmlns:a="http://schemas.openxmlformats.org/drawingml/2006/main">
            <a:r>
              <a:t/>
            </a:r>
          </a:p>
          <a:p xmlns:a="http://schemas.openxmlformats.org/drawingml/2006/main">
            <a:r>
              <a:t>서비스 제목을 소개합니다. 이번 검증 대상은 변압기입니다.</a:t>
            </a:r>
          </a:p>
          <a:p xmlns:a="http://schemas.openxmlformats.org/drawingml/2006/main">
            <a:r>
              <a:t/>
            </a:r>
          </a:p>
          <a:p xmlns:a="http://schemas.openxmlformats.org/drawingml/2006/main">
            <a:r>
              <a:t>전력기기 사양 변경을 원문과 대조하는 AI입니다. 현재는 변압기 검토를 구현하고 검증했습니다.</a:t>
            </a:r>
          </a:p>
          <a:p xmlns:a="http://schemas.openxmlformats.org/drawingml/2006/main">
            <a:r>
              <a:t/>
            </a:r>
          </a:p>
          <a:p xmlns:a="http://schemas.openxmlformats.org/drawingml/2006/main">
            <a:r>
              <a:t>먼저 사용하는 시점입니다.</a:t>
            </a:r>
          </a:p>
          <a:p xmlns:a="http://schemas.openxmlformats.org/drawingml/2006/main">
            <a:r>
              <a:t/>
            </a:r>
          </a:p>
          <a:p xmlns:a="http://schemas.openxmlformats.org/drawingml/2006/main">
            <a:r>
              <a:t>참고 근거: README.md, docs/r04-demo-case.md</a:t>
            </a:r>
          </a:p>
          <a:p xmlns:a="http://schemas.openxmlformats.org/drawingml/2006/main">
            <a:r>
              <a:t/>
            </a:r>
          </a:p>
          <a:p xmlns:a="http://schemas.openxmlformats.org/drawingml/2006/main">
            <a:r>
              <a:t>그림은 실행 구조와 사용 시점을 설명하는 생성 일러스트입니다. 실제 제품 사진이나 실행 화면이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0:10-0:35</a:t>
            </a:r>
          </a:p>
          <a:p xmlns:a="http://schemas.openxmlformats.org/drawingml/2006/main">
            <a:r>
              <a:t/>
            </a:r>
          </a:p>
          <a:p xmlns:a="http://schemas.openxmlformats.org/drawingml/2006/main">
            <a:r>
              <a:t>수주에서 출고까지의 흐름 중 기술 인계 위치를 짚습니다.</a:t>
            </a:r>
          </a:p>
          <a:p xmlns:a="http://schemas.openxmlformats.org/drawingml/2006/main">
            <a:r>
              <a:t/>
            </a:r>
          </a:p>
          <a:p xmlns:a="http://schemas.openxmlformats.org/drawingml/2006/main">
            <a:r>
              <a:t>제안하는 사용 시점은 수주 확정 후, 상세 설계와 구매로 넘기기 전입니다. 담당자가 고객 사양과 변경 합의, 내부 인계 내용을 함께 검토하는 시점입니다. 서비스는 이때 문서의 차이와 근거를 먼저 정리해 주는 역할입니다.</a:t>
            </a:r>
          </a:p>
          <a:p xmlns:a="http://schemas.openxmlformats.org/drawingml/2006/main">
            <a:r>
              <a:t/>
            </a:r>
          </a:p>
          <a:p xmlns:a="http://schemas.openxmlformats.org/drawingml/2006/main">
            <a:r>
              <a:t>변경사항 하나가 빠진 상황을 예로 들어보겠습니다.</a:t>
            </a:r>
          </a:p>
          <a:p xmlns:a="http://schemas.openxmlformats.org/drawingml/2006/main">
            <a:r>
              <a:t/>
            </a:r>
          </a:p>
          <a:p xmlns:a="http://schemas.openxmlformats.org/drawingml/2006/main">
            <a:r>
              <a:t>참고 근거: README.md, docs/r04-demo-case.md</a:t>
            </a:r>
          </a:p>
          <a:p xmlns:a="http://schemas.openxmlformats.org/drawingml/2006/main">
            <a:r>
              <a:t/>
            </a:r>
          </a:p>
          <a:p xmlns:a="http://schemas.openxmlformats.org/drawingml/2006/main">
            <a:r>
              <a:t>그림은 실행 구조와 사용 시점을 설명하는 생성 일러스트입니다. 실제 제품 사진이나 실행 화면이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0:35-1:10</a:t>
            </a:r>
          </a:p>
          <a:p xmlns:a="http://schemas.openxmlformats.org/drawingml/2006/main">
            <a:r>
              <a:t/>
            </a:r>
          </a:p>
          <a:p xmlns:a="http://schemas.openxmlformats.org/drawingml/2006/main">
            <a:r>
              <a:t>최초 사양, 승인 변경, 내부 인계의 두 값을 순서대로 짚습니다.</a:t>
            </a:r>
          </a:p>
          <a:p xmlns:a="http://schemas.openxmlformats.org/drawingml/2006/main">
            <a:r>
              <a:t/>
            </a:r>
          </a:p>
          <a:p xmlns:a="http://schemas.openxmlformats.org/drawingml/2006/main">
            <a:r>
              <a:t>이것은 직접 만든 가상 사례입니다. 최초 고객 사양은 결선그룹 Dyn1, 냉각방식 ONAF였습니다. 승인 변경서에는 Dyn11과 OFAF로 바뀌었지만, 내부 인계표에는 처음 값이 남아 있습니다. 최초 사양서와 인계표만 비교하면 놓칠 수 있는 차이입니다. 그래서 담당자가 적용할 변경을 선택한 뒤 비교하도록 했습니다.</a:t>
            </a:r>
          </a:p>
          <a:p xmlns:a="http://schemas.openxmlformats.org/drawingml/2006/main">
            <a:r>
              <a:t/>
            </a:r>
          </a:p>
          <a:p xmlns:a="http://schemas.openxmlformats.org/drawingml/2006/main">
            <a:r>
              <a:t>이 세 문서를 실제 서비스에 넣은 결과입니다.</a:t>
            </a:r>
          </a:p>
          <a:p xmlns:a="http://schemas.openxmlformats.org/drawingml/2006/main">
            <a:r>
              <a:t/>
            </a:r>
          </a:p>
          <a:p xmlns:a="http://schemas.openxmlformats.org/drawingml/2006/main">
            <a:r>
              <a:t>참고 근거: docs/r04-demo-case.md, output/pdf/revised/R04/01_customer_spec.pdf, output/pdf/revised/R04/02_amendment.pdf, output/pdf/revised/R04/03_handoff.pdf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1:10-2:00</a:t>
            </a:r>
          </a:p>
          <a:p xmlns:a="http://schemas.openxmlformats.org/drawingml/2006/main">
            <a:r>
              <a:t/>
            </a:r>
          </a:p>
          <a:p xmlns:a="http://schemas.openxmlformats.org/drawingml/2006/main">
            <a:r>
              <a:t>8개 일치와 2개 불일치를 짚고 실제 결과표의 두 행을 보여줍니다. 양쪽 원문은 부록 10장에 있습니다.</a:t>
            </a:r>
          </a:p>
          <a:p xmlns:a="http://schemas.openxmlformats.org/drawingml/2006/main">
            <a:r>
              <a:t/>
            </a:r>
          </a:p>
          <a:p xmlns:a="http://schemas.openxmlformats.org/drawingml/2006/main">
            <a:r>
              <a:t>OpenAI의 gpt-4o-mini를 실제 호출한 저장 결과입니다. 열 개 항목 중 여덟 개가 일치했고, 결선그룹과 냉각방식은 불일치였습니다. 미확정 항목은 없었습니다. 담당자는 변경서 1쪽과 인계표 2쪽의 원문을 확인하고 보고서로 남길 수 있습니다. 현재 결과는 가상 변압기 문서의 검증이며, 현업 적용 전에는 독립된 실제 문서 평가가 필요합니다. 핵심은 설계 적합성을 승인하는 것이 아니라, 판단할 근거와 보류 사유를 남기는 것입니다.</a:t>
            </a:r>
          </a:p>
          <a:p xmlns:a="http://schemas.openxmlformats.org/drawingml/2006/main">
            <a:r>
              <a:t/>
            </a:r>
          </a:p>
          <a:p xmlns:a="http://schemas.openxmlformats.org/drawingml/2006/main">
            <a:r>
              <a:t>이제 그 결과를 만드는 핵심 코드를 보겠습니다.</a:t>
            </a:r>
          </a:p>
          <a:p xmlns:a="http://schemas.openxmlformats.org/drawingml/2006/main">
            <a:r>
              <a:t/>
            </a:r>
          </a:p>
          <a:p xmlns:a="http://schemas.openxmlformats.org/drawingml/2006/main">
            <a:r>
              <a:t>참고 근거: reports/openai-r04-validation-20261022.json, output/openai-r04-rows.png, docs/r04-demo-case.md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2:00-2:45</a:t>
            </a:r>
          </a:p>
          <a:p xmlns:a="http://schemas.openxmlformats.org/drawingml/2006/main">
            <a:r>
              <a:t/>
            </a:r>
          </a:p>
          <a:p xmlns:a="http://schemas.openxmlformats.org/drawingml/2006/main">
            <a:r>
              <a:t>검색 계획, 코드 검색, 값 추출, 검증의 호출 위치를 짚은 뒤 call 함수의 제한 조건을 설명합니다.</a:t>
            </a:r>
          </a:p>
          <a:p xmlns:a="http://schemas.openxmlformats.org/drawingml/2006/main">
            <a:r>
              <a:t/>
            </a:r>
          </a:p>
          <a:p xmlns:a="http://schemas.openxmlformats.org/drawingml/2006/main">
            <a:r>
              <a:t>실행 순서는 Python 코드가 제어합니다. 첫 AI 호출은 검색 계획을 만들고, 검색 함수가 원문을 찾습니다. 두 번째 호출은 검색 결과에서 값을 제안하고, 검증 함수가 이를 확인합니다. 여기서 call 함수는 전체 90초 중 남은 시간과 호출 횟수를 검사합니다. 두 번을 초과하거나 시간이 끝나면 중단하므로 무한 재시도를 하지 않습니다. LangGraph나 MCP는 사용하지 않았고, 이처럼 범위가 정해진 흐름으로 구현했습니다.</a:t>
            </a:r>
          </a:p>
          <a:p xmlns:a="http://schemas.openxmlformats.org/drawingml/2006/main">
            <a:r>
              <a:t/>
            </a:r>
          </a:p>
          <a:p xmlns:a="http://schemas.openxmlformats.org/drawingml/2006/main">
            <a:r>
              <a:t>그중 원문 검색이 어떻게 이루어지는지 보겠습니다.</a:t>
            </a:r>
          </a:p>
          <a:p xmlns:a="http://schemas.openxmlformats.org/drawingml/2006/main">
            <a:r>
              <a:t/>
            </a:r>
          </a:p>
          <a:p xmlns:a="http://schemas.openxmlformats.org/drawingml/2006/main">
            <a:r>
              <a:t>참고 근거: src/handoff_review/extraction_agent.py:602, src/handoff_review/extraction_agent.py:607, src/handoff_review/extraction_agent.py:624, src/handoff_review/extraction_agent.py:632, src/handoff_review/extraction_agent.py:643, src/handoff_review/extraction_agent.py:683</a:t>
            </a:r>
          </a:p>
          <a:p xmlns:a="http://schemas.openxmlformats.org/drawingml/2006/main">
            <a:r>
              <a:t/>
            </a:r>
          </a:p>
          <a:p xmlns:a="http://schemas.openxmlformats.org/drawingml/2006/main">
            <a:r>
              <a:t>그림은 실행 구조와 사용 시점을 설명하는 생성 일러스트입니다. 실제 제품 사진이나 실행 화면이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2:45-3:20</a:t>
            </a:r>
          </a:p>
          <a:p xmlns:a="http://schemas.openxmlformats.org/drawingml/2006/main">
            <a:r>
              <a:t/>
            </a:r>
          </a:p>
          <a:p xmlns:a="http://schemas.openxmlformats.org/drawingml/2006/main">
            <a:r>
              <a:t>검색 점수와 상위 두 개를 고르는 코드, 이어서 document_id와 page를 포함한 반환값을 짚습니다.</a:t>
            </a:r>
          </a:p>
          <a:p xmlns:a="http://schemas.openxmlformats.org/drawingml/2006/main">
            <a:r>
              <a:t/>
            </a:r>
          </a:p>
          <a:p xmlns:a="http://schemas.openxmlformats.org/drawingml/2006/main">
            <a:r>
              <a:t>검색은 벡터 방식이 아닌 키워드와 별칭 기반 RAG입니다. 항목별 원문 후보에 검색어가 포함됐는지 점수를 매기고, 정렬한 뒤 상위 두 개를 선택합니다. 반환할 때는 문서 ID, 사양 항목, 페이지와 원문을 함께 담습니다. 이 결과를 두 번째 AI 호출에 전달하므로, 제안한 값이 어느 문서의 어느 페이지에서 나왔는지 연결할 수 있습니다.</a:t>
            </a:r>
          </a:p>
          <a:p xmlns:a="http://schemas.openxmlformats.org/drawingml/2006/main">
            <a:r>
              <a:t/>
            </a:r>
          </a:p>
          <a:p xmlns:a="http://schemas.openxmlformats.org/drawingml/2006/main">
            <a:r>
              <a:t>다만 출처가 붙어 있다고 바로 믿지는 않습니다.</a:t>
            </a:r>
          </a:p>
          <a:p xmlns:a="http://schemas.openxmlformats.org/drawingml/2006/main">
            <a:r>
              <a:t/>
            </a:r>
          </a:p>
          <a:p xmlns:a="http://schemas.openxmlformats.org/drawingml/2006/main">
            <a:r>
              <a:t>참고 근거: src/handoff_review/extraction_agent.py:301, src/handoff_review/extraction_agent.py:315, src/handoff_review/extraction_agent.py:324, src/handoff_review/extraction_agent.py:665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3:20-3:55</a:t>
            </a:r>
          </a:p>
          <a:p xmlns:a="http://schemas.openxmlformats.org/drawingml/2006/main">
            <a:r>
              <a:t/>
            </a:r>
          </a:p>
          <a:p xmlns:a="http://schemas.openxmlformats.org/drawingml/2006/main">
            <a:r>
              <a:t>인용문이 원문에 있는지 확인하는 조건을 짚고, 실패 시 _uncertain으로 넘기는 분기를 설명합니다.</a:t>
            </a:r>
          </a:p>
          <a:p xmlns:a="http://schemas.openxmlformats.org/drawingml/2006/main">
            <a:r>
              <a:t/>
            </a:r>
          </a:p>
          <a:p xmlns:a="http://schemas.openxmlformats.org/drawingml/2006/main">
            <a:r>
              <a:t>검증 함수는 인용문이 해당 PDF 페이지에 실제 있는지, 검색 결과에도 같은 문서와 항목으로 반환됐는지 확인합니다. 뒤이어 값과 단위가 그 근거에 연결되는지도 검사합니다. 검증에 실패하면 아래 분기에서 값을 확정하지 않고 미확정 상태와 사유를 남깁니다. AI가 그럴듯하게 답했어도 근거를 확인할 수 없다면 비교에 그대로 쓰지 않는 구조입니다.</a:t>
            </a:r>
          </a:p>
          <a:p xmlns:a="http://schemas.openxmlformats.org/drawingml/2006/main">
            <a:r>
              <a:t/>
            </a:r>
          </a:p>
          <a:p xmlns:a="http://schemas.openxmlformats.org/drawingml/2006/main">
            <a:r>
              <a:t>검증을 통과한 값은 다음 비교 로직으로 넘어갑니다.</a:t>
            </a:r>
          </a:p>
          <a:p xmlns:a="http://schemas.openxmlformats.org/drawingml/2006/main">
            <a:r>
              <a:t/>
            </a:r>
          </a:p>
          <a:p xmlns:a="http://schemas.openxmlformats.org/drawingml/2006/main">
            <a:r>
              <a:t>참고 근거: src/handoff_review/extraction_agent.py:508, src/handoff_review/extraction_agent.py:516, src/handoff_review/extraction_agent.py:683, src/handoff_review/extraction_agent.py:684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3:55-4:35</a:t>
            </a:r>
          </a:p>
          <a:p xmlns:a="http://schemas.openxmlformats.org/drawingml/2006/main">
            <a:r>
              <a:t/>
            </a:r>
          </a:p>
          <a:p xmlns:a="http://schemas.openxmlformats.org/drawingml/2006/main">
            <a:r>
              <a:t>condition 비교, comparable 비교, NEEDS_REVIEW 예외 처리 순서로 실제 코드를 짚습니다.</a:t>
            </a:r>
          </a:p>
          <a:p xmlns:a="http://schemas.openxmlformats.org/drawingml/2006/main">
            <a:r>
              <a:t/>
            </a:r>
          </a:p>
          <a:p xmlns:a="http://schemas.openxmlformats.org/drawingml/2006/main">
            <a:r>
              <a:t>비교 결과는 AI가 아니라 코드가 결정합니다. 선택한 변경사항을 반영하고 단위를 정규화한 뒤, 먼저 양쪽의 부품이나 운전조건이 같은지 검사합니다. 조건이 다르면 예외를 발생시켜 확인 필요로 보류합니다. 같은 조건일 때만 비교값이 같으면 일치, 다르면 불일치로 분류합니다. 이번 사례의 Dyn11과 Dyn1, OFAF와 ONAF는 이 불일치 분기로 처리됐습니다. 단순히 문자열이 다르다는 이유만으로 곧바로 결론을 내리지는 않습니다.</a:t>
            </a:r>
          </a:p>
          <a:p xmlns:a="http://schemas.openxmlformats.org/drawingml/2006/main">
            <a:r>
              <a:t/>
            </a:r>
          </a:p>
          <a:p xmlns:a="http://schemas.openxmlformats.org/drawingml/2006/main">
            <a:r>
              <a:t>마지막으로 이 분기들을 어떻게 반복 확인했는지 보겠습니다.</a:t>
            </a:r>
          </a:p>
          <a:p xmlns:a="http://schemas.openxmlformats.org/drawingml/2006/main">
            <a:r>
              <a:t/>
            </a:r>
          </a:p>
          <a:p xmlns:a="http://schemas.openxmlformats.org/drawingml/2006/main">
            <a:r>
              <a:t>참고 근거: src/handoff_review/review.py:193, src/handoff_review/review.py:195, src/handoff_review/review.py:199, reports/openai-r04-validation-20261022.json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4:35-5:00</a:t>
            </a:r>
          </a:p>
          <a:p xmlns:a="http://schemas.openxmlformats.org/drawingml/2006/main">
            <a:r>
              <a:t/>
            </a:r>
          </a:p>
          <a:p xmlns:a="http://schemas.openxmlformats.org/drawingml/2006/main">
            <a:r>
              <a:t>request_fn에 고정 응답을 넣는 코드와 두 번 호출 및 원본 유지 검사를 짚고 마무리합니다.</a:t>
            </a:r>
          </a:p>
          <a:p xmlns:a="http://schemas.openxmlformats.org/drawingml/2006/main">
            <a:r>
              <a:t/>
            </a:r>
          </a:p>
          <a:p xmlns:a="http://schemas.openxmlformats.org/drawingml/2006/main">
            <a:r>
              <a:t>테스트에서는 request_fn에 고정 응답을 주입합니다. 실제 API 없이 같은 응답으로 검증을 반복합니다. 여기서는 두 번 호출했는지, 입력 원본을 바꾸지 않았는지 확인합니다. 모델 정확도가 아닌 코드 동작 검사입니다. AI 제안은 코드로 검증하고, 최종 확인은 담당자에게 남깁니다.</a:t>
            </a:r>
          </a:p>
          <a:p xmlns:a="http://schemas.openxmlformats.org/drawingml/2006/main">
            <a:r>
              <a:t/>
            </a:r>
          </a:p>
          <a:p xmlns:a="http://schemas.openxmlformats.org/drawingml/2006/main">
            <a:r>
              <a:t>참고 근거: tests/test_extraction_agent.py:69, tests/test_extraction_agent.py:133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입력 PDF 원문을 렌더한 뒤 발췌한 이미지입니다. 가상 회사명 표기가 실제 거래나 실무 기준을 의미하지 않습니다. 출처: output/pdf/revised/R04/02_amendment.pdf p1, 03_handoff.pdf p2.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동일한 가상 입력 세 문서를 gpt-4o-mini로 실행한 기록. 2/2호출완료,22/22제안검증통과,8MATCH2MISMATCH0MISSING0NEEDS_REVIEW. 개발자가 만든 합성 수용시험이며 독립 검증 자료가 아닙니다. 출처: reports/openai-r04-validation-20261022.json.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b81a2e2dbc14a1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3dcd541483147d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3c69f58f44441c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cc16191f8f24e8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4aa5b205a1246b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7de1589049a4a5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3C09E59-B578-4210-A145-BC1B99E9BE4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85EB4D1-9ADF-4755-871B-E58B2565EAD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F3B3945-F82B-4031-B112-E8286B6DDA3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1C141DF-332B-43E0-8210-0A9DDACBAC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0265D6E-AEE9-4B41-A228-EF6F6E9D34C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05BCE88-1FD7-468E-8758-11814A00DCF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79BA786-2C03-4C0C-99A4-CEDB2738027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86C47BF-25B0-41CF-9058-DFA14E887B9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00EEEFE-82B4-4CC1-9D8A-E42E226FABD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501C26E-13D6-4325-BBCB-E36A6D175B3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a094da24e9b43f7" /><Relationship Type="http://schemas.openxmlformats.org/officeDocument/2006/relationships/slideLayout" Target="/ppt/slideLayouts/slideLayout1.xml" Id="R97a85905fefd4151" /><Relationship Type="http://schemas.openxmlformats.org/officeDocument/2006/relationships/slideLayout" Target="/ppt/slideLayouts/slideLayout2.xml" Id="Rdf0d8850fa29428c" /><Relationship Type="http://schemas.openxmlformats.org/officeDocument/2006/relationships/slideLayout" Target="/ppt/slideLayouts/slideLayout3.xml" Id="Rbc866aa269f94139" /><Relationship Type="http://schemas.openxmlformats.org/officeDocument/2006/relationships/slideLayout" Target="/ppt/slideLayouts/slideLayout4.xml" Id="Rc463ea6e43db4689" /><Relationship Type="http://schemas.openxmlformats.org/officeDocument/2006/relationships/slideLayout" Target="/ppt/slideLayouts/slideLayout5.xml" Id="Re3ba6301d8204d9a" /><Relationship Type="http://schemas.openxmlformats.org/officeDocument/2006/relationships/slideLayout" Target="/ppt/slideLayouts/slideLayout6.xml" Id="Re22f9a7ae7524d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7a85905fefd4151"/>
    <p:sldLayoutId xmlns:r="http://schemas.openxmlformats.org/officeDocument/2006/relationships" id="2147483650" r:id="Rdf0d8850fa29428c"/>
    <p:sldLayoutId xmlns:r="http://schemas.openxmlformats.org/officeDocument/2006/relationships" id="2147483651" r:id="Rbc866aa269f94139"/>
    <p:sldLayoutId xmlns:r="http://schemas.openxmlformats.org/officeDocument/2006/relationships" id="2147483652" r:id="Rc463ea6e43db4689"/>
    <p:sldLayoutId xmlns:r="http://schemas.openxmlformats.org/officeDocument/2006/relationships" id="2147483653" r:id="Re3ba6301d8204d9a"/>
    <p:sldLayoutId xmlns:r="http://schemas.openxmlformats.org/officeDocument/2006/relationships" id="2147483654" r:id="Re22f9a7ae7524d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2e52f8729d4458c" /><Relationship Type="http://schemas.openxmlformats.org/officeDocument/2006/relationships/image" Target="/ppt/media/image.png" Id="Rf210a9317e07448b" /><Relationship Type="http://schemas.openxmlformats.org/officeDocument/2006/relationships/notesSlide" Target="/ppt/notesSlides/notesSlide1.xml" Id="R9c5e6c122af0418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ef6b28b67e6498d" /><Relationship Type="http://schemas.openxmlformats.org/officeDocument/2006/relationships/image" Target="/ppt/media/image2.png" Id="R4425a83bb0004fed" /><Relationship Type="http://schemas.openxmlformats.org/officeDocument/2006/relationships/notesSlide" Target="/ppt/notesSlides/notesSlide2.xml" Id="R464b149041624c4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7f2934254714c3c" /><Relationship Type="http://schemas.openxmlformats.org/officeDocument/2006/relationships/notesSlide" Target="/ppt/notesSlides/notesSlide3.xml" Id="Rdc9c5278f52d44b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97c9be386124972" /><Relationship Type="http://schemas.openxmlformats.org/officeDocument/2006/relationships/image" Target="/ppt/media/image.jpeg" Id="Re9ea902f99994223" /><Relationship Type="http://schemas.openxmlformats.org/officeDocument/2006/relationships/notesSlide" Target="/ppt/notesSlides/notesSlide4.xml" Id="R6eb3f0bf74e44a3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95dd62af32b4d08" /><Relationship Type="http://schemas.openxmlformats.org/officeDocument/2006/relationships/image" Target="/ppt/media/image3.png" Id="R72718beef9e24823" /><Relationship Type="http://schemas.openxmlformats.org/officeDocument/2006/relationships/notesSlide" Target="/ppt/notesSlides/notesSlide5.xml" Id="Rafe4b8f481b24a2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2cfeafdfcdf4bf8" /><Relationship Type="http://schemas.openxmlformats.org/officeDocument/2006/relationships/notesSlide" Target="/ppt/notesSlides/notesSlide6.xml" Id="R359e551619964f5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75cb0255cfd46a4" /><Relationship Type="http://schemas.openxmlformats.org/officeDocument/2006/relationships/notesSlide" Target="/ppt/notesSlides/notesSlide7.xml" Id="R45a12ca77fc64bc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6e0963d0bc84c62" /><Relationship Type="http://schemas.openxmlformats.org/officeDocument/2006/relationships/notesSlide" Target="/ppt/notesSlides/notesSlide8.xml" Id="R77b045e2c743493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5ee894ac7e4884" /><Relationship Type="http://schemas.openxmlformats.org/officeDocument/2006/relationships/notesSlide" Target="/ppt/notesSlides/notesSlide9.xml" Id="R127572494f1740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9508569da974468" /><Relationship Type="http://schemas.openxmlformats.org/officeDocument/2006/relationships/image" Target="/ppt/media/image4.png" Id="R6b28b8b1b73b4749" /><Relationship Type="http://schemas.openxmlformats.org/officeDocument/2006/relationships/image" Target="/ppt/media/image5.png" Id="R25e5682955734cf4" /><Relationship Type="http://schemas.openxmlformats.org/officeDocument/2006/relationships/notesSlide" Target="/ppt/notesSlides/notesSlide10.xml" Id="Rda17b055960d44d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fd21147f1574dbf" /><Relationship Type="http://schemas.openxmlformats.org/officeDocument/2006/relationships/notesSlide" Target="/ppt/notesSlides/notesSlide11.xml" Id="Rdc262a0b02be48f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2130D0B2-22FD-4AF7-BD54-3374ECEA1FF9}"/>
              </a:ext>
            </a:extLst>
          </p:cNvPr>
          <p:cNvSpPr>
            <a:spLocks xmlns:a="http://schemas.openxmlformats.org/drawingml/2006/main" noGrp="1"/>
          </p:cNvSpPr>
          <p:nvPr/>
        </p:nvSpPr>
        <p:spPr>
          <a:xfrm xmlns:a="http://schemas.openxmlformats.org/drawingml/2006/main">
            <a:off x="609600" y="1466850"/>
            <a:ext cx="6191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4425" b="1">
                <a:solidFill>
                  <a:srgbClr val="173C46"/>
                </a:solidFill>
                <a:latin typeface="Arial Unicode MS"/>
                <a:ea typeface="Arial Unicode MS"/>
                <a:cs typeface="Arial Unicode MS"/>
              </a:defRPr>
            </a:defPPr>
            <a:lvl1pPr algn="l">
              <a:buNone/>
              <a:defRPr sz="4425" b="1">
                <a:solidFill>
                  <a:srgbClr val="173C46"/>
                </a:solidFill>
                <a:latin typeface="Arial Unicode MS"/>
                <a:ea typeface="Arial Unicode MS"/>
                <a:cs typeface="Arial Unicode MS"/>
              </a:defRPr>
            </a:lvl1pPr>
            <a:lvl2pPr algn="l">
              <a:buNone/>
              <a:defRPr sz="4425" b="1">
                <a:solidFill>
                  <a:srgbClr val="173C46"/>
                </a:solidFill>
                <a:latin typeface="Arial Unicode MS"/>
                <a:ea typeface="Arial Unicode MS"/>
                <a:cs typeface="Arial Unicode MS"/>
              </a:defRPr>
            </a:lvl2pPr>
            <a:lvl3pPr algn="l">
              <a:buNone/>
              <a:defRPr sz="4425" b="1">
                <a:solidFill>
                  <a:srgbClr val="173C46"/>
                </a:solidFill>
                <a:latin typeface="Arial Unicode MS"/>
                <a:ea typeface="Arial Unicode MS"/>
                <a:cs typeface="Arial Unicode MS"/>
              </a:defRPr>
            </a:lvl3pPr>
            <a:lvl4pPr algn="l">
              <a:buNone/>
              <a:defRPr sz="4425" b="1">
                <a:solidFill>
                  <a:srgbClr val="173C46"/>
                </a:solidFill>
                <a:latin typeface="Arial Unicode MS"/>
                <a:ea typeface="Arial Unicode MS"/>
                <a:cs typeface="Arial Unicode MS"/>
              </a:defRPr>
            </a:lvl4pPr>
            <a:lvl5pPr algn="l">
              <a:buNone/>
              <a:defRPr sz="4425" b="1">
                <a:solidFill>
                  <a:srgbClr val="173C46"/>
                </a:solidFill>
                <a:latin typeface="Arial Unicode MS"/>
                <a:ea typeface="Arial Unicode MS"/>
                <a:cs typeface="Arial Unicode MS"/>
              </a:defRPr>
            </a:lvl5pPr>
            <a:lvl6pPr algn="l">
              <a:buNone/>
              <a:defRPr sz="4425" b="1">
                <a:solidFill>
                  <a:srgbClr val="173C46"/>
                </a:solidFill>
                <a:latin typeface="Arial Unicode MS"/>
                <a:ea typeface="Arial Unicode MS"/>
                <a:cs typeface="Arial Unicode MS"/>
              </a:defRPr>
            </a:lvl6pPr>
            <a:lvl7pPr algn="l">
              <a:buNone/>
              <a:defRPr sz="4425" b="1">
                <a:solidFill>
                  <a:srgbClr val="173C46"/>
                </a:solidFill>
                <a:latin typeface="Arial Unicode MS"/>
                <a:ea typeface="Arial Unicode MS"/>
                <a:cs typeface="Arial Unicode MS"/>
              </a:defRPr>
            </a:lvl7pPr>
            <a:lvl8pPr algn="l">
              <a:buNone/>
              <a:defRPr sz="4425" b="1">
                <a:solidFill>
                  <a:srgbClr val="173C46"/>
                </a:solidFill>
                <a:latin typeface="Arial Unicode MS"/>
                <a:ea typeface="Arial Unicode MS"/>
                <a:cs typeface="Arial Unicode MS"/>
              </a:defRPr>
            </a:lvl8pPr>
            <a:lvl9pPr algn="l">
              <a:buNone/>
              <a:defRPr sz="4425" b="1">
                <a:solidFill>
                  <a:srgbClr val="173C46"/>
                </a:solidFill>
                <a:latin typeface="Arial Unicode MS"/>
                <a:ea typeface="Arial Unicode MS"/>
                <a:cs typeface="Arial Unicode MS"/>
              </a:defRPr>
            </a:lvl9pPr>
          </a:lstStyle>
          <a:p xmlns:a="http://schemas.openxmlformats.org/drawingml/2006/main">
            <a:pPr algn="l">
              <a:buNone/>
              <a:defRPr sz="4425" b="1">
                <a:solidFill>
                  <a:srgbClr val="173C46"/>
                </a:solidFill>
                <a:latin typeface="Arial Unicode MS"/>
                <a:ea typeface="Arial Unicode MS"/>
                <a:cs typeface="Arial Unicode MS"/>
              </a:defRPr>
            </a:pPr>
            <a:r>
              <a:rPr sz="4425" b="1">
                <a:solidFill>
                  <a:srgbClr val="173C46"/>
                </a:solidFill>
                <a:latin typeface="Arial Unicode MS"/>
                <a:ea typeface="Arial Unicode MS"/>
                <a:cs typeface="Arial Unicode MS"/>
              </a:rPr>
              <a:t>전력기기</a:t>
            </a:r>
          </a:p>
          <a:p xmlns:a="http://schemas.openxmlformats.org/drawingml/2006/main">
            <a:pPr algn="l">
              <a:buNone/>
              <a:defRPr sz="4425" b="1">
                <a:solidFill>
                  <a:srgbClr val="173C46"/>
                </a:solidFill>
                <a:latin typeface="Arial Unicode MS"/>
                <a:ea typeface="Arial Unicode MS"/>
                <a:cs typeface="Arial Unicode MS"/>
              </a:defRPr>
            </a:pPr>
            <a:r>
              <a:rPr sz="4425" b="1">
                <a:solidFill>
                  <a:srgbClr val="173C46"/>
                </a:solidFill>
                <a:latin typeface="Arial Unicode MS"/>
                <a:ea typeface="Arial Unicode MS"/>
                <a:cs typeface="Arial Unicode MS"/>
              </a:rPr>
              <a:t>기술사양 검토 AI</a:t>
            </a:r>
          </a:p>
        </p:txBody>
      </p:sp>
      <p:sp>
        <p:nvSpPr>
          <p:cNvPr id="2" name="purpose">
            <a:extLst xmlns:a="http://schemas.openxmlformats.org/drawingml/2006/main">
              <a:ext uri="{FF2B5EF4-FFF2-40B4-BE49-F238E27FC236}">
                <a16:creationId xmlns:a16="http://schemas.microsoft.com/office/drawing/2014/main" id="{8C2CE2EC-4176-4C0B-837F-C5094D61C8EB}"/>
              </a:ext>
            </a:extLst>
          </p:cNvPr>
          <p:cNvSpPr>
            <a:spLocks xmlns:a="http://schemas.openxmlformats.org/drawingml/2006/main" noGrp="1"/>
          </p:cNvSpPr>
          <p:nvPr/>
        </p:nvSpPr>
        <p:spPr>
          <a:xfrm xmlns:a="http://schemas.openxmlformats.org/drawingml/2006/main">
            <a:off x="609600" y="3571875"/>
            <a:ext cx="6238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250" b="0">
                <a:solidFill>
                  <a:srgbClr val="15796D"/>
                </a:solidFill>
                <a:latin typeface="Arial Unicode MS"/>
                <a:ea typeface="Arial Unicode MS"/>
                <a:cs typeface="Arial Unicode MS"/>
              </a:defRPr>
            </a:defPPr>
            <a:lvl1pPr algn="l">
              <a:buNone/>
              <a:defRPr sz="2250" b="0">
                <a:solidFill>
                  <a:srgbClr val="15796D"/>
                </a:solidFill>
                <a:latin typeface="Arial Unicode MS"/>
                <a:ea typeface="Arial Unicode MS"/>
                <a:cs typeface="Arial Unicode MS"/>
              </a:defRPr>
            </a:lvl1pPr>
            <a:lvl2pPr algn="l">
              <a:buNone/>
              <a:defRPr sz="2250" b="0">
                <a:solidFill>
                  <a:srgbClr val="15796D"/>
                </a:solidFill>
                <a:latin typeface="Arial Unicode MS"/>
                <a:ea typeface="Arial Unicode MS"/>
                <a:cs typeface="Arial Unicode MS"/>
              </a:defRPr>
            </a:lvl2pPr>
            <a:lvl3pPr algn="l">
              <a:buNone/>
              <a:defRPr sz="2250" b="0">
                <a:solidFill>
                  <a:srgbClr val="15796D"/>
                </a:solidFill>
                <a:latin typeface="Arial Unicode MS"/>
                <a:ea typeface="Arial Unicode MS"/>
                <a:cs typeface="Arial Unicode MS"/>
              </a:defRPr>
            </a:lvl3pPr>
            <a:lvl4pPr algn="l">
              <a:buNone/>
              <a:defRPr sz="2250" b="0">
                <a:solidFill>
                  <a:srgbClr val="15796D"/>
                </a:solidFill>
                <a:latin typeface="Arial Unicode MS"/>
                <a:ea typeface="Arial Unicode MS"/>
                <a:cs typeface="Arial Unicode MS"/>
              </a:defRPr>
            </a:lvl4pPr>
            <a:lvl5pPr algn="l">
              <a:buNone/>
              <a:defRPr sz="2250" b="0">
                <a:solidFill>
                  <a:srgbClr val="15796D"/>
                </a:solidFill>
                <a:latin typeface="Arial Unicode MS"/>
                <a:ea typeface="Arial Unicode MS"/>
                <a:cs typeface="Arial Unicode MS"/>
              </a:defRPr>
            </a:lvl5pPr>
            <a:lvl6pPr algn="l">
              <a:buNone/>
              <a:defRPr sz="2250" b="0">
                <a:solidFill>
                  <a:srgbClr val="15796D"/>
                </a:solidFill>
                <a:latin typeface="Arial Unicode MS"/>
                <a:ea typeface="Arial Unicode MS"/>
                <a:cs typeface="Arial Unicode MS"/>
              </a:defRPr>
            </a:lvl6pPr>
            <a:lvl7pPr algn="l">
              <a:buNone/>
              <a:defRPr sz="2250" b="0">
                <a:solidFill>
                  <a:srgbClr val="15796D"/>
                </a:solidFill>
                <a:latin typeface="Arial Unicode MS"/>
                <a:ea typeface="Arial Unicode MS"/>
                <a:cs typeface="Arial Unicode MS"/>
              </a:defRPr>
            </a:lvl7pPr>
            <a:lvl8pPr algn="l">
              <a:buNone/>
              <a:defRPr sz="2250" b="0">
                <a:solidFill>
                  <a:srgbClr val="15796D"/>
                </a:solidFill>
                <a:latin typeface="Arial Unicode MS"/>
                <a:ea typeface="Arial Unicode MS"/>
                <a:cs typeface="Arial Unicode MS"/>
              </a:defRPr>
            </a:lvl8pPr>
            <a:lvl9pPr algn="l">
              <a:buNone/>
              <a:defRPr sz="2250" b="0">
                <a:solidFill>
                  <a:srgbClr val="15796D"/>
                </a:solidFill>
                <a:latin typeface="Arial Unicode MS"/>
                <a:ea typeface="Arial Unicode MS"/>
                <a:cs typeface="Arial Unicode MS"/>
              </a:defRPr>
            </a:lvl9pPr>
          </a:lstStyle>
          <a:p xmlns:a="http://schemas.openxmlformats.org/drawingml/2006/main">
            <a:pPr algn="l">
              <a:buNone/>
              <a:defRPr sz="2250" b="0">
                <a:solidFill>
                  <a:srgbClr val="15796D"/>
                </a:solidFill>
                <a:latin typeface="Arial Unicode MS"/>
                <a:ea typeface="Arial Unicode MS"/>
                <a:cs typeface="Arial Unicode MS"/>
              </a:defRPr>
            </a:pPr>
            <a:r>
              <a:rPr sz="2250" b="0">
                <a:solidFill>
                  <a:srgbClr val="15796D"/>
                </a:solidFill>
                <a:latin typeface="Arial Unicode MS"/>
                <a:ea typeface="Arial Unicode MS"/>
                <a:cs typeface="Arial Unicode MS"/>
              </a:rPr>
              <a:t>승인 변경과 내부 인계표의 차이를</a:t>
            </a:r>
          </a:p>
          <a:p xmlns:a="http://schemas.openxmlformats.org/drawingml/2006/main">
            <a:pPr algn="l">
              <a:buNone/>
              <a:defRPr sz="2250" b="0">
                <a:solidFill>
                  <a:srgbClr val="15796D"/>
                </a:solidFill>
                <a:latin typeface="Arial Unicode MS"/>
                <a:ea typeface="Arial Unicode MS"/>
                <a:cs typeface="Arial Unicode MS"/>
              </a:defRPr>
            </a:pPr>
            <a:r>
              <a:rPr sz="2250" b="0">
                <a:solidFill>
                  <a:srgbClr val="15796D"/>
                </a:solidFill>
                <a:latin typeface="Arial Unicode MS"/>
                <a:ea typeface="Arial Unicode MS"/>
                <a:cs typeface="Arial Unicode MS"/>
              </a:rPr>
              <a:t>원문으로 확인합니다</a:t>
            </a:r>
          </a:p>
        </p:txBody>
      </p:sp>
      <p:sp>
        <p:nvSpPr>
          <p:cNvPr id="3" name="use">
            <a:extLst xmlns:a="http://schemas.openxmlformats.org/drawingml/2006/main">
              <a:ext uri="{FF2B5EF4-FFF2-40B4-BE49-F238E27FC236}">
                <a16:creationId xmlns:a16="http://schemas.microsoft.com/office/drawing/2014/main" id="{8F6A55D2-1EFF-4FDE-B987-68E91971BFB6}"/>
              </a:ext>
            </a:extLst>
          </p:cNvPr>
          <p:cNvSpPr>
            <a:spLocks xmlns:a="http://schemas.openxmlformats.org/drawingml/2006/main" noGrp="1"/>
          </p:cNvSpPr>
          <p:nvPr/>
        </p:nvSpPr>
        <p:spPr>
          <a:xfrm xmlns:a="http://schemas.openxmlformats.org/drawingml/2006/main">
            <a:off x="609600" y="5381625"/>
            <a:ext cx="6191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800" b="0">
                <a:solidFill>
                  <a:srgbClr val="64777E"/>
                </a:solidFill>
                <a:latin typeface="Arial Unicode MS"/>
                <a:ea typeface="Arial Unicode MS"/>
                <a:cs typeface="Arial Unicode MS"/>
              </a:defRPr>
            </a:defPPr>
            <a:lvl1pPr algn="l">
              <a:buNone/>
              <a:defRPr sz="1800" b="0">
                <a:solidFill>
                  <a:srgbClr val="64777E"/>
                </a:solidFill>
                <a:latin typeface="Arial Unicode MS"/>
                <a:ea typeface="Arial Unicode MS"/>
                <a:cs typeface="Arial Unicode MS"/>
              </a:defRPr>
            </a:lvl1pPr>
            <a:lvl2pPr algn="l">
              <a:buNone/>
              <a:defRPr sz="1800" b="0">
                <a:solidFill>
                  <a:srgbClr val="64777E"/>
                </a:solidFill>
                <a:latin typeface="Arial Unicode MS"/>
                <a:ea typeface="Arial Unicode MS"/>
                <a:cs typeface="Arial Unicode MS"/>
              </a:defRPr>
            </a:lvl2pPr>
            <a:lvl3pPr algn="l">
              <a:buNone/>
              <a:defRPr sz="1800" b="0">
                <a:solidFill>
                  <a:srgbClr val="64777E"/>
                </a:solidFill>
                <a:latin typeface="Arial Unicode MS"/>
                <a:ea typeface="Arial Unicode MS"/>
                <a:cs typeface="Arial Unicode MS"/>
              </a:defRPr>
            </a:lvl3pPr>
            <a:lvl4pPr algn="l">
              <a:buNone/>
              <a:defRPr sz="1800" b="0">
                <a:solidFill>
                  <a:srgbClr val="64777E"/>
                </a:solidFill>
                <a:latin typeface="Arial Unicode MS"/>
                <a:ea typeface="Arial Unicode MS"/>
                <a:cs typeface="Arial Unicode MS"/>
              </a:defRPr>
            </a:lvl4pPr>
            <a:lvl5pPr algn="l">
              <a:buNone/>
              <a:defRPr sz="1800" b="0">
                <a:solidFill>
                  <a:srgbClr val="64777E"/>
                </a:solidFill>
                <a:latin typeface="Arial Unicode MS"/>
                <a:ea typeface="Arial Unicode MS"/>
                <a:cs typeface="Arial Unicode MS"/>
              </a:defRPr>
            </a:lvl5pPr>
            <a:lvl6pPr algn="l">
              <a:buNone/>
              <a:defRPr sz="1800" b="0">
                <a:solidFill>
                  <a:srgbClr val="64777E"/>
                </a:solidFill>
                <a:latin typeface="Arial Unicode MS"/>
                <a:ea typeface="Arial Unicode MS"/>
                <a:cs typeface="Arial Unicode MS"/>
              </a:defRPr>
            </a:lvl6pPr>
            <a:lvl7pPr algn="l">
              <a:buNone/>
              <a:defRPr sz="1800" b="0">
                <a:solidFill>
                  <a:srgbClr val="64777E"/>
                </a:solidFill>
                <a:latin typeface="Arial Unicode MS"/>
                <a:ea typeface="Arial Unicode MS"/>
                <a:cs typeface="Arial Unicode MS"/>
              </a:defRPr>
            </a:lvl7pPr>
            <a:lvl8pPr algn="l">
              <a:buNone/>
              <a:defRPr sz="1800" b="0">
                <a:solidFill>
                  <a:srgbClr val="64777E"/>
                </a:solidFill>
                <a:latin typeface="Arial Unicode MS"/>
                <a:ea typeface="Arial Unicode MS"/>
                <a:cs typeface="Arial Unicode MS"/>
              </a:defRPr>
            </a:lvl8pPr>
            <a:lvl9pPr algn="l">
              <a:buNone/>
              <a:defRPr sz="1800" b="0">
                <a:solidFill>
                  <a:srgbClr val="64777E"/>
                </a:solidFill>
                <a:latin typeface="Arial Unicode MS"/>
                <a:ea typeface="Arial Unicode MS"/>
                <a:cs typeface="Arial Unicode MS"/>
              </a:defRPr>
            </a:lvl9pPr>
          </a:lstStyle>
          <a:p xmlns:a="http://schemas.openxmlformats.org/drawingml/2006/main">
            <a:pPr algn="l">
              <a:buNone/>
              <a:defRPr sz="1800" b="0">
                <a:solidFill>
                  <a:srgbClr val="64777E"/>
                </a:solidFill>
                <a:latin typeface="Arial Unicode MS"/>
                <a:ea typeface="Arial Unicode MS"/>
                <a:cs typeface="Arial Unicode MS"/>
              </a:defRPr>
            </a:pPr>
            <a:r>
              <a:rPr sz="1800" b="0">
                <a:solidFill>
                  <a:srgbClr val="64777E"/>
                </a:solidFill>
                <a:latin typeface="Arial Unicode MS"/>
                <a:ea typeface="Arial Unicode MS"/>
                <a:cs typeface="Arial Unicode MS"/>
              </a:rPr>
              <a:t>현재 구현·검증 대상: 변압기 10항목</a:t>
            </a:r>
          </a:p>
        </p:txBody>
      </p:sp>
      <p:pic>
        <p:nvPicPr>
          <p:cNvPr id="4" name="">
            <a:extLst xmlns:a="http://schemas.openxmlformats.org/drawingml/2006/main">
              <a:ext uri="{FF2B5EF4-FFF2-40B4-BE49-F238E27FC236}">
                <a16:creationId xmlns:a16="http://schemas.microsoft.com/office/drawing/2014/main" id="{8A9957B5-D849-4105-BE21-33EA233E4AEC}"/>
              </a:ext>
            </a:extLst>
          </p:cNvPr>
          <p:cNvPicPr>
            <a:picLocks xmlns:a="http://schemas.openxmlformats.org/drawingml/2006/main" noChangeAspect="1"/>
          </p:cNvPicPr>
          <p:nvPr/>
        </p:nvPicPr>
        <p:blipFill>
          <a:blip xmlns:r="http://schemas.openxmlformats.org/officeDocument/2006/relationships" xmlns:a="http://schemas.openxmlformats.org/drawingml/2006/main" r:embed="Rf210a9317e07448b"/>
          <a:stretch xmlns:a="http://schemas.openxmlformats.org/drawingml/2006/main"/>
        </p:blipFill>
        <p:spPr>
          <a:xfrm xmlns:a="http://schemas.openxmlformats.org/drawingml/2006/main">
            <a:off x="7213600" y="304800"/>
            <a:ext cx="4165600" cy="6248400"/>
          </a:xfrm>
          <a:prstGeom xmlns:a="http://schemas.openxmlformats.org/drawingml/2006/main" prst="rect">
            <a:avLst/>
          </a:prstGeom>
        </p:spPr>
      </p:pic>
      <p:sp>
        <p:nvSpPr>
          <p:cNvPr id="6" name="presenter-name">
            <a:extLst xmlns:a="http://schemas.openxmlformats.org/drawingml/2006/main">
              <a:ext uri="{FF2B5EF4-FFF2-40B4-BE49-F238E27FC236}">
                <a16:creationId xmlns:a16="http://schemas.microsoft.com/office/drawing/2014/main" id="{A359E7BC-F4C5-4215-9632-0AA02AE6362B}"/>
              </a:ext>
            </a:extLst>
          </p:cNvPr>
          <p:cNvSpPr>
            <a:spLocks xmlns:a="http://schemas.openxmlformats.org/drawingml/2006/main" noGrp="1"/>
          </p:cNvSpPr>
          <p:nvPr/>
        </p:nvSpPr>
        <p:spPr>
          <a:xfrm xmlns:a="http://schemas.openxmlformats.org/drawingml/2006/main">
            <a:off x="609600" y="604837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650">
                <a:solidFill>
                  <a:srgbClr val="64777E"/>
                </a:solidFill>
                <a:latin typeface="Arial Unicode MS"/>
                <a:ea typeface="Arial Unicode MS"/>
                <a:cs typeface="Arial Unicode MS"/>
              </a:defRPr>
            </a:defPPr>
            <a:lvl1pPr algn="l">
              <a:defRPr sz="1650">
                <a:solidFill>
                  <a:srgbClr val="64777E"/>
                </a:solidFill>
                <a:latin typeface="Arial Unicode MS"/>
                <a:ea typeface="Arial Unicode MS"/>
                <a:cs typeface="Arial Unicode MS"/>
              </a:defRPr>
            </a:lvl1pPr>
            <a:lvl2pPr algn="l">
              <a:defRPr sz="1650">
                <a:solidFill>
                  <a:srgbClr val="64777E"/>
                </a:solidFill>
                <a:latin typeface="Arial Unicode MS"/>
                <a:ea typeface="Arial Unicode MS"/>
                <a:cs typeface="Arial Unicode MS"/>
              </a:defRPr>
            </a:lvl2pPr>
            <a:lvl3pPr algn="l">
              <a:defRPr sz="1650">
                <a:solidFill>
                  <a:srgbClr val="64777E"/>
                </a:solidFill>
                <a:latin typeface="Arial Unicode MS"/>
                <a:ea typeface="Arial Unicode MS"/>
                <a:cs typeface="Arial Unicode MS"/>
              </a:defRPr>
            </a:lvl3pPr>
            <a:lvl4pPr algn="l">
              <a:defRPr sz="1650">
                <a:solidFill>
                  <a:srgbClr val="64777E"/>
                </a:solidFill>
                <a:latin typeface="Arial Unicode MS"/>
                <a:ea typeface="Arial Unicode MS"/>
                <a:cs typeface="Arial Unicode MS"/>
              </a:defRPr>
            </a:lvl4pPr>
            <a:lvl5pPr algn="l">
              <a:defRPr sz="1650">
                <a:solidFill>
                  <a:srgbClr val="64777E"/>
                </a:solidFill>
                <a:latin typeface="Arial Unicode MS"/>
                <a:ea typeface="Arial Unicode MS"/>
                <a:cs typeface="Arial Unicode MS"/>
              </a:defRPr>
            </a:lvl5pPr>
            <a:lvl6pPr algn="l">
              <a:defRPr sz="1650">
                <a:solidFill>
                  <a:srgbClr val="64777E"/>
                </a:solidFill>
                <a:latin typeface="Arial Unicode MS"/>
                <a:ea typeface="Arial Unicode MS"/>
                <a:cs typeface="Arial Unicode MS"/>
              </a:defRPr>
            </a:lvl6pPr>
            <a:lvl7pPr algn="l">
              <a:defRPr sz="1650">
                <a:solidFill>
                  <a:srgbClr val="64777E"/>
                </a:solidFill>
                <a:latin typeface="Arial Unicode MS"/>
                <a:ea typeface="Arial Unicode MS"/>
                <a:cs typeface="Arial Unicode MS"/>
              </a:defRPr>
            </a:lvl7pPr>
            <a:lvl8pPr algn="l">
              <a:defRPr sz="1650">
                <a:solidFill>
                  <a:srgbClr val="64777E"/>
                </a:solidFill>
                <a:latin typeface="Arial Unicode MS"/>
                <a:ea typeface="Arial Unicode MS"/>
                <a:cs typeface="Arial Unicode MS"/>
              </a:defRPr>
            </a:lvl8pPr>
            <a:lvl9pPr algn="l">
              <a:defRPr sz="1650">
                <a:solidFill>
                  <a:srgbClr val="64777E"/>
                </a:solidFill>
                <a:latin typeface="Arial Unicode MS"/>
                <a:ea typeface="Arial Unicode MS"/>
                <a:cs typeface="Arial Unicode MS"/>
              </a:defRPr>
            </a:lvl9pPr>
          </a:lstStyle>
          <a:p xmlns:a="http://schemas.openxmlformats.org/drawingml/2006/main">
            <a:pPr algn="l">
              <a:defRPr sz="1650">
                <a:solidFill>
                  <a:srgbClr val="64777E"/>
                </a:solidFill>
                <a:latin typeface="Arial Unicode MS"/>
                <a:ea typeface="Arial Unicode MS"/>
                <a:cs typeface="Arial Unicode MS"/>
              </a:defRPr>
            </a:pPr>
            <a:r>
              <a:rPr sz="1650">
                <a:solidFill>
                  <a:srgbClr val="64777E"/>
                </a:solidFill>
                <a:latin typeface="Arial Unicode MS"/>
                <a:ea typeface="Arial Unicode MS"/>
                <a:cs typeface="Arial Unicode MS"/>
              </a:rPr>
              <a:t>문성도</a:t>
            </a:r>
          </a:p>
        </p:txBody>
      </p:sp>
    </p:spTree>
    <p:extLst>
      <p:ext uri="{BB962C8B-B14F-4D97-AF65-F5344CB8AC3E}">
        <p14:creationId xmlns:p14="http://schemas.microsoft.com/office/powerpoint/2010/main" val="164985833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heading">
            <a:extLst xmlns:a="http://schemas.openxmlformats.org/drawingml/2006/main">
              <a:ext uri="{FF2B5EF4-FFF2-40B4-BE49-F238E27FC236}">
                <a16:creationId xmlns:a16="http://schemas.microsoft.com/office/drawing/2014/main" id="{B289418F-1968-4ACB-8B10-FA120E58CC6A}"/>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3300" b="1">
                <a:solidFill>
                  <a:srgbClr val="173C46"/>
                </a:solidFill>
                <a:latin typeface="Arial Unicode MS"/>
                <a:ea typeface="Arial Unicode MS"/>
                <a:cs typeface="Arial Unicode MS"/>
              </a:defRPr>
            </a:defPPr>
            <a:lvl1pPr algn="l">
              <a:buNone/>
              <a:defRPr sz="3300" b="1">
                <a:solidFill>
                  <a:srgbClr val="173C46"/>
                </a:solidFill>
                <a:latin typeface="Arial Unicode MS"/>
                <a:ea typeface="Arial Unicode MS"/>
                <a:cs typeface="Arial Unicode MS"/>
              </a:defRPr>
            </a:lvl1pPr>
            <a:lvl2pPr algn="l">
              <a:buNone/>
              <a:defRPr sz="3300" b="1">
                <a:solidFill>
                  <a:srgbClr val="173C46"/>
                </a:solidFill>
                <a:latin typeface="Arial Unicode MS"/>
                <a:ea typeface="Arial Unicode MS"/>
                <a:cs typeface="Arial Unicode MS"/>
              </a:defRPr>
            </a:lvl2pPr>
            <a:lvl3pPr algn="l">
              <a:buNone/>
              <a:defRPr sz="3300" b="1">
                <a:solidFill>
                  <a:srgbClr val="173C46"/>
                </a:solidFill>
                <a:latin typeface="Arial Unicode MS"/>
                <a:ea typeface="Arial Unicode MS"/>
                <a:cs typeface="Arial Unicode MS"/>
              </a:defRPr>
            </a:lvl3pPr>
            <a:lvl4pPr algn="l">
              <a:buNone/>
              <a:defRPr sz="3300" b="1">
                <a:solidFill>
                  <a:srgbClr val="173C46"/>
                </a:solidFill>
                <a:latin typeface="Arial Unicode MS"/>
                <a:ea typeface="Arial Unicode MS"/>
                <a:cs typeface="Arial Unicode MS"/>
              </a:defRPr>
            </a:lvl4pPr>
            <a:lvl5pPr algn="l">
              <a:buNone/>
              <a:defRPr sz="3300" b="1">
                <a:solidFill>
                  <a:srgbClr val="173C46"/>
                </a:solidFill>
                <a:latin typeface="Arial Unicode MS"/>
                <a:ea typeface="Arial Unicode MS"/>
                <a:cs typeface="Arial Unicode MS"/>
              </a:defRPr>
            </a:lvl5pPr>
            <a:lvl6pPr algn="l">
              <a:buNone/>
              <a:defRPr sz="3300" b="1">
                <a:solidFill>
                  <a:srgbClr val="173C46"/>
                </a:solidFill>
                <a:latin typeface="Arial Unicode MS"/>
                <a:ea typeface="Arial Unicode MS"/>
                <a:cs typeface="Arial Unicode MS"/>
              </a:defRPr>
            </a:lvl6pPr>
            <a:lvl7pPr algn="l">
              <a:buNone/>
              <a:defRPr sz="3300" b="1">
                <a:solidFill>
                  <a:srgbClr val="173C46"/>
                </a:solidFill>
                <a:latin typeface="Arial Unicode MS"/>
                <a:ea typeface="Arial Unicode MS"/>
                <a:cs typeface="Arial Unicode MS"/>
              </a:defRPr>
            </a:lvl7pPr>
            <a:lvl8pPr algn="l">
              <a:buNone/>
              <a:defRPr sz="3300" b="1">
                <a:solidFill>
                  <a:srgbClr val="173C46"/>
                </a:solidFill>
                <a:latin typeface="Arial Unicode MS"/>
                <a:ea typeface="Arial Unicode MS"/>
                <a:cs typeface="Arial Unicode MS"/>
              </a:defRPr>
            </a:lvl8pPr>
            <a:lvl9pPr algn="l">
              <a:buNone/>
              <a:defRPr sz="3300" b="1">
                <a:solidFill>
                  <a:srgbClr val="173C46"/>
                </a:solidFill>
                <a:latin typeface="Arial Unicode MS"/>
                <a:ea typeface="Arial Unicode MS"/>
                <a:cs typeface="Arial Unicode MS"/>
              </a:defRPr>
            </a:lvl9pPr>
          </a:lstStyle>
          <a:p xmlns:a="http://schemas.openxmlformats.org/drawingml/2006/main">
            <a:pPr algn="l">
              <a:buNone/>
              <a:defRPr sz="3300" b="1">
                <a:solidFill>
                  <a:srgbClr val="173C46"/>
                </a:solidFill>
                <a:latin typeface="Arial Unicode MS"/>
                <a:ea typeface="Arial Unicode MS"/>
                <a:cs typeface="Arial Unicode MS"/>
              </a:defRPr>
            </a:pPr>
            <a:r>
              <a:rPr sz="3300" b="1">
                <a:solidFill>
                  <a:srgbClr val="173C46"/>
                </a:solidFill>
                <a:latin typeface="Arial Unicode MS"/>
                <a:ea typeface="Arial Unicode MS"/>
                <a:cs typeface="Arial Unicode MS"/>
              </a:rPr>
              <a:t>점검 시점은 기술 인계 직전</a:t>
            </a:r>
          </a:p>
        </p:txBody>
      </p:sp>
      <p:sp>
        <p:nvSpPr>
          <p:cNvPr id="2" name="page">
            <a:extLst xmlns:a="http://schemas.openxmlformats.org/drawingml/2006/main">
              <a:ext uri="{FF2B5EF4-FFF2-40B4-BE49-F238E27FC236}">
                <a16:creationId xmlns:a16="http://schemas.microsoft.com/office/drawing/2014/main" id="{5566AF41-0649-4BB7-A688-9FD9E320F257}"/>
              </a:ext>
            </a:extLst>
          </p:cNvPr>
          <p:cNvSpPr>
            <a:spLocks xmlns:a="http://schemas.openxmlformats.org/drawingml/2006/main" noGrp="1"/>
          </p:cNvSpPr>
          <p:nvPr/>
        </p:nvSpPr>
        <p:spPr>
          <a:xfrm xmlns:a="http://schemas.openxmlformats.org/drawingml/2006/main">
            <a:off x="11049000" y="641032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r">
              <a:defRPr sz="1350" b="0">
                <a:solidFill>
                  <a:srgbClr val="64777E"/>
                </a:solidFill>
                <a:latin typeface="Arial Unicode MS"/>
                <a:ea typeface="Arial Unicode MS"/>
                <a:cs typeface="Arial Unicode MS"/>
              </a:defRPr>
            </a:defPPr>
            <a:lvl1pPr algn="r">
              <a:buNone/>
              <a:defRPr sz="1350" b="0">
                <a:solidFill>
                  <a:srgbClr val="64777E"/>
                </a:solidFill>
                <a:latin typeface="Arial Unicode MS"/>
                <a:ea typeface="Arial Unicode MS"/>
                <a:cs typeface="Arial Unicode MS"/>
              </a:defRPr>
            </a:lvl1pPr>
            <a:lvl2pPr algn="r">
              <a:buNone/>
              <a:defRPr sz="1350" b="0">
                <a:solidFill>
                  <a:srgbClr val="64777E"/>
                </a:solidFill>
                <a:latin typeface="Arial Unicode MS"/>
                <a:ea typeface="Arial Unicode MS"/>
                <a:cs typeface="Arial Unicode MS"/>
              </a:defRPr>
            </a:lvl2pPr>
            <a:lvl3pPr algn="r">
              <a:buNone/>
              <a:defRPr sz="1350" b="0">
                <a:solidFill>
                  <a:srgbClr val="64777E"/>
                </a:solidFill>
                <a:latin typeface="Arial Unicode MS"/>
                <a:ea typeface="Arial Unicode MS"/>
                <a:cs typeface="Arial Unicode MS"/>
              </a:defRPr>
            </a:lvl3pPr>
            <a:lvl4pPr algn="r">
              <a:buNone/>
              <a:defRPr sz="1350" b="0">
                <a:solidFill>
                  <a:srgbClr val="64777E"/>
                </a:solidFill>
                <a:latin typeface="Arial Unicode MS"/>
                <a:ea typeface="Arial Unicode MS"/>
                <a:cs typeface="Arial Unicode MS"/>
              </a:defRPr>
            </a:lvl4pPr>
            <a:lvl5pPr algn="r">
              <a:buNone/>
              <a:defRPr sz="1350" b="0">
                <a:solidFill>
                  <a:srgbClr val="64777E"/>
                </a:solidFill>
                <a:latin typeface="Arial Unicode MS"/>
                <a:ea typeface="Arial Unicode MS"/>
                <a:cs typeface="Arial Unicode MS"/>
              </a:defRPr>
            </a:lvl5pPr>
            <a:lvl6pPr algn="r">
              <a:buNone/>
              <a:defRPr sz="1350" b="0">
                <a:solidFill>
                  <a:srgbClr val="64777E"/>
                </a:solidFill>
                <a:latin typeface="Arial Unicode MS"/>
                <a:ea typeface="Arial Unicode MS"/>
                <a:cs typeface="Arial Unicode MS"/>
              </a:defRPr>
            </a:lvl6pPr>
            <a:lvl7pPr algn="r">
              <a:buNone/>
              <a:defRPr sz="1350" b="0">
                <a:solidFill>
                  <a:srgbClr val="64777E"/>
                </a:solidFill>
                <a:latin typeface="Arial Unicode MS"/>
                <a:ea typeface="Arial Unicode MS"/>
                <a:cs typeface="Arial Unicode MS"/>
              </a:defRPr>
            </a:lvl7pPr>
            <a:lvl8pPr algn="r">
              <a:buNone/>
              <a:defRPr sz="1350" b="0">
                <a:solidFill>
                  <a:srgbClr val="64777E"/>
                </a:solidFill>
                <a:latin typeface="Arial Unicode MS"/>
                <a:ea typeface="Arial Unicode MS"/>
                <a:cs typeface="Arial Unicode MS"/>
              </a:defRPr>
            </a:lvl8pPr>
            <a:lvl9pPr algn="r">
              <a:buNone/>
              <a:defRPr sz="1350" b="0">
                <a:solidFill>
                  <a:srgbClr val="64777E"/>
                </a:solidFill>
                <a:latin typeface="Arial Unicode MS"/>
                <a:ea typeface="Arial Unicode MS"/>
                <a:cs typeface="Arial Unicode MS"/>
              </a:defRPr>
            </a:lvl9pPr>
          </a:lstStyle>
          <a:p xmlns:a="http://schemas.openxmlformats.org/drawingml/2006/main">
            <a:pPr algn="r">
              <a:buNone/>
              <a:defRPr sz="1350" b="0">
                <a:solidFill>
                  <a:srgbClr val="64777E"/>
                </a:solidFill>
                <a:latin typeface="Arial Unicode MS"/>
                <a:ea typeface="Arial Unicode MS"/>
                <a:cs typeface="Arial Unicode MS"/>
              </a:defRPr>
            </a:pPr>
            <a:r>
              <a:rPr sz="1350" b="0">
                <a:solidFill>
                  <a:srgbClr val="64777E"/>
                </a:solidFill>
                <a:latin typeface="Arial Unicode MS"/>
                <a:ea typeface="Arial Unicode MS"/>
                <a:cs typeface="Arial Unicode MS"/>
              </a:rPr>
              <a:t>02</a:t>
            </a:r>
          </a:p>
        </p:txBody>
      </p:sp>
      <p:sp>
        <p:nvSpPr>
          <p:cNvPr id="3" name="context">
            <a:extLst xmlns:a="http://schemas.openxmlformats.org/drawingml/2006/main">
              <a:ext uri="{FF2B5EF4-FFF2-40B4-BE49-F238E27FC236}">
                <a16:creationId xmlns:a16="http://schemas.microsoft.com/office/drawing/2014/main" id="{8F0D31BD-1C18-4FCF-A18E-275559E73F9C}"/>
              </a:ext>
            </a:extLst>
          </p:cNvPr>
          <p:cNvSpPr>
            <a:spLocks xmlns:a="http://schemas.openxmlformats.org/drawingml/2006/main" noGrp="1"/>
          </p:cNvSpPr>
          <p:nvPr/>
        </p:nvSpPr>
        <p:spPr>
          <a:xfrm xmlns:a="http://schemas.openxmlformats.org/drawingml/2006/main">
            <a:off x="609600" y="12858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100" b="0">
                <a:solidFill>
                  <a:srgbClr val="64777E"/>
                </a:solidFill>
                <a:latin typeface="Arial Unicode MS"/>
                <a:ea typeface="Arial Unicode MS"/>
                <a:cs typeface="Arial Unicode MS"/>
              </a:defRPr>
            </a:defPPr>
            <a:lvl1pPr algn="l">
              <a:buNone/>
              <a:defRPr sz="2100" b="0">
                <a:solidFill>
                  <a:srgbClr val="64777E"/>
                </a:solidFill>
                <a:latin typeface="Arial Unicode MS"/>
                <a:ea typeface="Arial Unicode MS"/>
                <a:cs typeface="Arial Unicode MS"/>
              </a:defRPr>
            </a:lvl1pPr>
            <a:lvl2pPr algn="l">
              <a:buNone/>
              <a:defRPr sz="2100" b="0">
                <a:solidFill>
                  <a:srgbClr val="64777E"/>
                </a:solidFill>
                <a:latin typeface="Arial Unicode MS"/>
                <a:ea typeface="Arial Unicode MS"/>
                <a:cs typeface="Arial Unicode MS"/>
              </a:defRPr>
            </a:lvl2pPr>
            <a:lvl3pPr algn="l">
              <a:buNone/>
              <a:defRPr sz="2100" b="0">
                <a:solidFill>
                  <a:srgbClr val="64777E"/>
                </a:solidFill>
                <a:latin typeface="Arial Unicode MS"/>
                <a:ea typeface="Arial Unicode MS"/>
                <a:cs typeface="Arial Unicode MS"/>
              </a:defRPr>
            </a:lvl3pPr>
            <a:lvl4pPr algn="l">
              <a:buNone/>
              <a:defRPr sz="2100" b="0">
                <a:solidFill>
                  <a:srgbClr val="64777E"/>
                </a:solidFill>
                <a:latin typeface="Arial Unicode MS"/>
                <a:ea typeface="Arial Unicode MS"/>
                <a:cs typeface="Arial Unicode MS"/>
              </a:defRPr>
            </a:lvl4pPr>
            <a:lvl5pPr algn="l">
              <a:buNone/>
              <a:defRPr sz="2100" b="0">
                <a:solidFill>
                  <a:srgbClr val="64777E"/>
                </a:solidFill>
                <a:latin typeface="Arial Unicode MS"/>
                <a:ea typeface="Arial Unicode MS"/>
                <a:cs typeface="Arial Unicode MS"/>
              </a:defRPr>
            </a:lvl5pPr>
            <a:lvl6pPr algn="l">
              <a:buNone/>
              <a:defRPr sz="2100" b="0">
                <a:solidFill>
                  <a:srgbClr val="64777E"/>
                </a:solidFill>
                <a:latin typeface="Arial Unicode MS"/>
                <a:ea typeface="Arial Unicode MS"/>
                <a:cs typeface="Arial Unicode MS"/>
              </a:defRPr>
            </a:lvl6pPr>
            <a:lvl7pPr algn="l">
              <a:buNone/>
              <a:defRPr sz="2100" b="0">
                <a:solidFill>
                  <a:srgbClr val="64777E"/>
                </a:solidFill>
                <a:latin typeface="Arial Unicode MS"/>
                <a:ea typeface="Arial Unicode MS"/>
                <a:cs typeface="Arial Unicode MS"/>
              </a:defRPr>
            </a:lvl7pPr>
            <a:lvl8pPr algn="l">
              <a:buNone/>
              <a:defRPr sz="2100" b="0">
                <a:solidFill>
                  <a:srgbClr val="64777E"/>
                </a:solidFill>
                <a:latin typeface="Arial Unicode MS"/>
                <a:ea typeface="Arial Unicode MS"/>
                <a:cs typeface="Arial Unicode MS"/>
              </a:defRPr>
            </a:lvl8pPr>
            <a:lvl9pPr algn="l">
              <a:buNone/>
              <a:defRPr sz="2100" b="0">
                <a:solidFill>
                  <a:srgbClr val="64777E"/>
                </a:solidFill>
                <a:latin typeface="Arial Unicode MS"/>
                <a:ea typeface="Arial Unicode MS"/>
                <a:cs typeface="Arial Unicode MS"/>
              </a:defRPr>
            </a:lvl9pPr>
          </a:lstStyle>
          <a:p xmlns:a="http://schemas.openxmlformats.org/drawingml/2006/main">
            <a:pPr algn="l">
              <a:buNone/>
              <a:defRPr sz="2100" b="0">
                <a:solidFill>
                  <a:srgbClr val="64777E"/>
                </a:solidFill>
                <a:latin typeface="Arial Unicode MS"/>
                <a:ea typeface="Arial Unicode MS"/>
                <a:cs typeface="Arial Unicode MS"/>
              </a:defRPr>
            </a:pPr>
            <a:r>
              <a:rPr sz="2100" b="0">
                <a:solidFill>
                  <a:srgbClr val="64777E"/>
                </a:solidFill>
                <a:latin typeface="Arial Unicode MS"/>
                <a:ea typeface="Arial Unicode MS"/>
                <a:cs typeface="Arial Unicode MS"/>
              </a:rPr>
              <a:t>수주부터 출고까지, 변경된 요구를 넘기는 지점</a:t>
            </a:r>
          </a:p>
        </p:txBody>
      </p:sp>
      <p:pic>
        <p:nvPicPr>
          <p:cNvPr id="4" name="">
            <a:extLst xmlns:a="http://schemas.openxmlformats.org/drawingml/2006/main">
              <a:ext uri="{FF2B5EF4-FFF2-40B4-BE49-F238E27FC236}">
                <a16:creationId xmlns:a16="http://schemas.microsoft.com/office/drawing/2014/main" id="{EDA788F5-2FAD-44FA-B061-CCF8F0E07385}"/>
              </a:ext>
            </a:extLst>
          </p:cNvPr>
          <p:cNvPicPr>
            <a:picLocks xmlns:a="http://schemas.openxmlformats.org/drawingml/2006/main" noChangeAspect="1"/>
          </p:cNvPicPr>
          <p:nvPr/>
        </p:nvPicPr>
        <p:blipFill>
          <a:blip xmlns:r="http://schemas.openxmlformats.org/officeDocument/2006/relationships" xmlns:a="http://schemas.openxmlformats.org/drawingml/2006/main" r:embed="R4425a83bb0004fed"/>
          <a:srcRect xmlns:a="http://schemas.openxmlformats.org/drawingml/2006/main" l="0" t="13000" r="0" b="32000"/>
          <a:stretch xmlns:a="http://schemas.openxmlformats.org/drawingml/2006/main"/>
        </p:blipFill>
        <p:spPr>
          <a:xfrm xmlns:a="http://schemas.openxmlformats.org/drawingml/2006/main">
            <a:off x="495300" y="2209800"/>
            <a:ext cx="11201400" cy="2209800"/>
          </a:xfrm>
          <a:prstGeom xmlns:a="http://schemas.openxmlformats.org/drawingml/2006/main" prst="rect">
            <a:avLst/>
          </a:prstGeom>
        </p:spPr>
      </p:pic>
      <p:sp>
        <p:nvSpPr>
          <p:cNvPr id="5" name="stage-0">
            <a:extLst xmlns:a="http://schemas.openxmlformats.org/drawingml/2006/main">
              <a:ext uri="{FF2B5EF4-FFF2-40B4-BE49-F238E27FC236}">
                <a16:creationId xmlns:a16="http://schemas.microsoft.com/office/drawing/2014/main" id="{3CE723EC-E2E7-4ECA-A4FD-7E31D36D19B7}"/>
              </a:ext>
            </a:extLst>
          </p:cNvPr>
          <p:cNvSpPr>
            <a:spLocks xmlns:a="http://schemas.openxmlformats.org/drawingml/2006/main" noGrp="1"/>
          </p:cNvSpPr>
          <p:nvPr/>
        </p:nvSpPr>
        <p:spPr>
          <a:xfrm xmlns:a="http://schemas.openxmlformats.org/drawingml/2006/main">
            <a:off x="514350" y="430530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2100" b="0">
                <a:solidFill>
                  <a:srgbClr val="173C46"/>
                </a:solidFill>
                <a:latin typeface="Arial Unicode MS"/>
                <a:ea typeface="Arial Unicode MS"/>
                <a:cs typeface="Arial Unicode MS"/>
              </a:defRPr>
            </a:defPPr>
            <a:lvl1pPr algn="ctr">
              <a:buNone/>
              <a:defRPr sz="2100" b="0">
                <a:solidFill>
                  <a:srgbClr val="173C46"/>
                </a:solidFill>
                <a:latin typeface="Arial Unicode MS"/>
                <a:ea typeface="Arial Unicode MS"/>
                <a:cs typeface="Arial Unicode MS"/>
              </a:defRPr>
            </a:lvl1pPr>
            <a:lvl2pPr algn="ctr">
              <a:buNone/>
              <a:defRPr sz="2100" b="0">
                <a:solidFill>
                  <a:srgbClr val="173C46"/>
                </a:solidFill>
                <a:latin typeface="Arial Unicode MS"/>
                <a:ea typeface="Arial Unicode MS"/>
                <a:cs typeface="Arial Unicode MS"/>
              </a:defRPr>
            </a:lvl2pPr>
            <a:lvl3pPr algn="ctr">
              <a:buNone/>
              <a:defRPr sz="2100" b="0">
                <a:solidFill>
                  <a:srgbClr val="173C46"/>
                </a:solidFill>
                <a:latin typeface="Arial Unicode MS"/>
                <a:ea typeface="Arial Unicode MS"/>
                <a:cs typeface="Arial Unicode MS"/>
              </a:defRPr>
            </a:lvl3pPr>
            <a:lvl4pPr algn="ctr">
              <a:buNone/>
              <a:defRPr sz="2100" b="0">
                <a:solidFill>
                  <a:srgbClr val="173C46"/>
                </a:solidFill>
                <a:latin typeface="Arial Unicode MS"/>
                <a:ea typeface="Arial Unicode MS"/>
                <a:cs typeface="Arial Unicode MS"/>
              </a:defRPr>
            </a:lvl4pPr>
            <a:lvl5pPr algn="ctr">
              <a:buNone/>
              <a:defRPr sz="2100" b="0">
                <a:solidFill>
                  <a:srgbClr val="173C46"/>
                </a:solidFill>
                <a:latin typeface="Arial Unicode MS"/>
                <a:ea typeface="Arial Unicode MS"/>
                <a:cs typeface="Arial Unicode MS"/>
              </a:defRPr>
            </a:lvl5pPr>
            <a:lvl6pPr algn="ctr">
              <a:buNone/>
              <a:defRPr sz="2100" b="0">
                <a:solidFill>
                  <a:srgbClr val="173C46"/>
                </a:solidFill>
                <a:latin typeface="Arial Unicode MS"/>
                <a:ea typeface="Arial Unicode MS"/>
                <a:cs typeface="Arial Unicode MS"/>
              </a:defRPr>
            </a:lvl6pPr>
            <a:lvl7pPr algn="ctr">
              <a:buNone/>
              <a:defRPr sz="2100" b="0">
                <a:solidFill>
                  <a:srgbClr val="173C46"/>
                </a:solidFill>
                <a:latin typeface="Arial Unicode MS"/>
                <a:ea typeface="Arial Unicode MS"/>
                <a:cs typeface="Arial Unicode MS"/>
              </a:defRPr>
            </a:lvl7pPr>
            <a:lvl8pPr algn="ctr">
              <a:buNone/>
              <a:defRPr sz="2100" b="0">
                <a:solidFill>
                  <a:srgbClr val="173C46"/>
                </a:solidFill>
                <a:latin typeface="Arial Unicode MS"/>
                <a:ea typeface="Arial Unicode MS"/>
                <a:cs typeface="Arial Unicode MS"/>
              </a:defRPr>
            </a:lvl8pPr>
            <a:lvl9pPr algn="ctr">
              <a:buNone/>
              <a:defRPr sz="2100" b="0">
                <a:solidFill>
                  <a:srgbClr val="173C46"/>
                </a:solidFill>
                <a:latin typeface="Arial Unicode MS"/>
                <a:ea typeface="Arial Unicode MS"/>
                <a:cs typeface="Arial Unicode MS"/>
              </a:defRPr>
            </a:lvl9pPr>
          </a:lstStyle>
          <a:p xmlns:a="http://schemas.openxmlformats.org/drawingml/2006/main">
            <a:pPr algn="ct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수주</a:t>
            </a:r>
          </a:p>
        </p:txBody>
      </p:sp>
      <p:sp>
        <p:nvSpPr>
          <p:cNvPr id="6" name="stage-1">
            <a:extLst xmlns:a="http://schemas.openxmlformats.org/drawingml/2006/main">
              <a:ext uri="{FF2B5EF4-FFF2-40B4-BE49-F238E27FC236}">
                <a16:creationId xmlns:a16="http://schemas.microsoft.com/office/drawing/2014/main" id="{7AC018F3-3BA8-46E4-ADE0-B920D5D43822}"/>
              </a:ext>
            </a:extLst>
          </p:cNvPr>
          <p:cNvSpPr>
            <a:spLocks xmlns:a="http://schemas.openxmlformats.org/drawingml/2006/main" noGrp="1"/>
          </p:cNvSpPr>
          <p:nvPr/>
        </p:nvSpPr>
        <p:spPr>
          <a:xfrm xmlns:a="http://schemas.openxmlformats.org/drawingml/2006/main">
            <a:off x="2752725" y="430530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2100" b="1">
                <a:solidFill>
                  <a:srgbClr val="15796D"/>
                </a:solidFill>
                <a:latin typeface="Arial Unicode MS"/>
                <a:ea typeface="Arial Unicode MS"/>
                <a:cs typeface="Arial Unicode MS"/>
              </a:defRPr>
            </a:defPPr>
            <a:lvl1pPr algn="ctr">
              <a:buNone/>
              <a:defRPr sz="2100" b="1">
                <a:solidFill>
                  <a:srgbClr val="15796D"/>
                </a:solidFill>
                <a:latin typeface="Arial Unicode MS"/>
                <a:ea typeface="Arial Unicode MS"/>
                <a:cs typeface="Arial Unicode MS"/>
              </a:defRPr>
            </a:lvl1pPr>
            <a:lvl2pPr algn="ctr">
              <a:buNone/>
              <a:defRPr sz="2100" b="1">
                <a:solidFill>
                  <a:srgbClr val="15796D"/>
                </a:solidFill>
                <a:latin typeface="Arial Unicode MS"/>
                <a:ea typeface="Arial Unicode MS"/>
                <a:cs typeface="Arial Unicode MS"/>
              </a:defRPr>
            </a:lvl2pPr>
            <a:lvl3pPr algn="ctr">
              <a:buNone/>
              <a:defRPr sz="2100" b="1">
                <a:solidFill>
                  <a:srgbClr val="15796D"/>
                </a:solidFill>
                <a:latin typeface="Arial Unicode MS"/>
                <a:ea typeface="Arial Unicode MS"/>
                <a:cs typeface="Arial Unicode MS"/>
              </a:defRPr>
            </a:lvl3pPr>
            <a:lvl4pPr algn="ctr">
              <a:buNone/>
              <a:defRPr sz="2100" b="1">
                <a:solidFill>
                  <a:srgbClr val="15796D"/>
                </a:solidFill>
                <a:latin typeface="Arial Unicode MS"/>
                <a:ea typeface="Arial Unicode MS"/>
                <a:cs typeface="Arial Unicode MS"/>
              </a:defRPr>
            </a:lvl4pPr>
            <a:lvl5pPr algn="ctr">
              <a:buNone/>
              <a:defRPr sz="2100" b="1">
                <a:solidFill>
                  <a:srgbClr val="15796D"/>
                </a:solidFill>
                <a:latin typeface="Arial Unicode MS"/>
                <a:ea typeface="Arial Unicode MS"/>
                <a:cs typeface="Arial Unicode MS"/>
              </a:defRPr>
            </a:lvl5pPr>
            <a:lvl6pPr algn="ctr">
              <a:buNone/>
              <a:defRPr sz="2100" b="1">
                <a:solidFill>
                  <a:srgbClr val="15796D"/>
                </a:solidFill>
                <a:latin typeface="Arial Unicode MS"/>
                <a:ea typeface="Arial Unicode MS"/>
                <a:cs typeface="Arial Unicode MS"/>
              </a:defRPr>
            </a:lvl6pPr>
            <a:lvl7pPr algn="ctr">
              <a:buNone/>
              <a:defRPr sz="2100" b="1">
                <a:solidFill>
                  <a:srgbClr val="15796D"/>
                </a:solidFill>
                <a:latin typeface="Arial Unicode MS"/>
                <a:ea typeface="Arial Unicode MS"/>
                <a:cs typeface="Arial Unicode MS"/>
              </a:defRPr>
            </a:lvl7pPr>
            <a:lvl8pPr algn="ctr">
              <a:buNone/>
              <a:defRPr sz="2100" b="1">
                <a:solidFill>
                  <a:srgbClr val="15796D"/>
                </a:solidFill>
                <a:latin typeface="Arial Unicode MS"/>
                <a:ea typeface="Arial Unicode MS"/>
                <a:cs typeface="Arial Unicode MS"/>
              </a:defRPr>
            </a:lvl8pPr>
            <a:lvl9pPr algn="ctr">
              <a:buNone/>
              <a:defRPr sz="2100" b="1">
                <a:solidFill>
                  <a:srgbClr val="15796D"/>
                </a:solidFill>
                <a:latin typeface="Arial Unicode MS"/>
                <a:ea typeface="Arial Unicode MS"/>
                <a:cs typeface="Arial Unicode MS"/>
              </a:defRPr>
            </a:lvl9pPr>
          </a:lstStyle>
          <a:p xmlns:a="http://schemas.openxmlformats.org/drawingml/2006/main">
            <a:pPr algn="ctr">
              <a:buNone/>
              <a:defRPr sz="2100" b="1">
                <a:solidFill>
                  <a:srgbClr val="15796D"/>
                </a:solidFill>
                <a:latin typeface="Arial Unicode MS"/>
                <a:ea typeface="Arial Unicode MS"/>
                <a:cs typeface="Arial Unicode MS"/>
              </a:defRPr>
            </a:pPr>
            <a:r>
              <a:rPr sz="2100" b="1">
                <a:solidFill>
                  <a:srgbClr val="15796D"/>
                </a:solidFill>
                <a:latin typeface="Arial Unicode MS"/>
                <a:ea typeface="Arial Unicode MS"/>
                <a:cs typeface="Arial Unicode MS"/>
              </a:rPr>
              <a:t>기술 인계</a:t>
            </a:r>
          </a:p>
        </p:txBody>
      </p:sp>
      <p:sp>
        <p:nvSpPr>
          <p:cNvPr id="7" name="stage-2">
            <a:extLst xmlns:a="http://schemas.openxmlformats.org/drawingml/2006/main">
              <a:ext uri="{FF2B5EF4-FFF2-40B4-BE49-F238E27FC236}">
                <a16:creationId xmlns:a16="http://schemas.microsoft.com/office/drawing/2014/main" id="{BCDBBE49-A8A2-4A96-9DBF-206189213DA8}"/>
              </a:ext>
            </a:extLst>
          </p:cNvPr>
          <p:cNvSpPr>
            <a:spLocks xmlns:a="http://schemas.openxmlformats.org/drawingml/2006/main" noGrp="1"/>
          </p:cNvSpPr>
          <p:nvPr/>
        </p:nvSpPr>
        <p:spPr>
          <a:xfrm xmlns:a="http://schemas.openxmlformats.org/drawingml/2006/main">
            <a:off x="4991100" y="430530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2100" b="0">
                <a:solidFill>
                  <a:srgbClr val="173C46"/>
                </a:solidFill>
                <a:latin typeface="Arial Unicode MS"/>
                <a:ea typeface="Arial Unicode MS"/>
                <a:cs typeface="Arial Unicode MS"/>
              </a:defRPr>
            </a:defPPr>
            <a:lvl1pPr algn="ctr">
              <a:buNone/>
              <a:defRPr sz="2100" b="0">
                <a:solidFill>
                  <a:srgbClr val="173C46"/>
                </a:solidFill>
                <a:latin typeface="Arial Unicode MS"/>
                <a:ea typeface="Arial Unicode MS"/>
                <a:cs typeface="Arial Unicode MS"/>
              </a:defRPr>
            </a:lvl1pPr>
            <a:lvl2pPr algn="ctr">
              <a:buNone/>
              <a:defRPr sz="2100" b="0">
                <a:solidFill>
                  <a:srgbClr val="173C46"/>
                </a:solidFill>
                <a:latin typeface="Arial Unicode MS"/>
                <a:ea typeface="Arial Unicode MS"/>
                <a:cs typeface="Arial Unicode MS"/>
              </a:defRPr>
            </a:lvl2pPr>
            <a:lvl3pPr algn="ctr">
              <a:buNone/>
              <a:defRPr sz="2100" b="0">
                <a:solidFill>
                  <a:srgbClr val="173C46"/>
                </a:solidFill>
                <a:latin typeface="Arial Unicode MS"/>
                <a:ea typeface="Arial Unicode MS"/>
                <a:cs typeface="Arial Unicode MS"/>
              </a:defRPr>
            </a:lvl3pPr>
            <a:lvl4pPr algn="ctr">
              <a:buNone/>
              <a:defRPr sz="2100" b="0">
                <a:solidFill>
                  <a:srgbClr val="173C46"/>
                </a:solidFill>
                <a:latin typeface="Arial Unicode MS"/>
                <a:ea typeface="Arial Unicode MS"/>
                <a:cs typeface="Arial Unicode MS"/>
              </a:defRPr>
            </a:lvl4pPr>
            <a:lvl5pPr algn="ctr">
              <a:buNone/>
              <a:defRPr sz="2100" b="0">
                <a:solidFill>
                  <a:srgbClr val="173C46"/>
                </a:solidFill>
                <a:latin typeface="Arial Unicode MS"/>
                <a:ea typeface="Arial Unicode MS"/>
                <a:cs typeface="Arial Unicode MS"/>
              </a:defRPr>
            </a:lvl5pPr>
            <a:lvl6pPr algn="ctr">
              <a:buNone/>
              <a:defRPr sz="2100" b="0">
                <a:solidFill>
                  <a:srgbClr val="173C46"/>
                </a:solidFill>
                <a:latin typeface="Arial Unicode MS"/>
                <a:ea typeface="Arial Unicode MS"/>
                <a:cs typeface="Arial Unicode MS"/>
              </a:defRPr>
            </a:lvl6pPr>
            <a:lvl7pPr algn="ctr">
              <a:buNone/>
              <a:defRPr sz="2100" b="0">
                <a:solidFill>
                  <a:srgbClr val="173C46"/>
                </a:solidFill>
                <a:latin typeface="Arial Unicode MS"/>
                <a:ea typeface="Arial Unicode MS"/>
                <a:cs typeface="Arial Unicode MS"/>
              </a:defRPr>
            </a:lvl7pPr>
            <a:lvl8pPr algn="ctr">
              <a:buNone/>
              <a:defRPr sz="2100" b="0">
                <a:solidFill>
                  <a:srgbClr val="173C46"/>
                </a:solidFill>
                <a:latin typeface="Arial Unicode MS"/>
                <a:ea typeface="Arial Unicode MS"/>
                <a:cs typeface="Arial Unicode MS"/>
              </a:defRPr>
            </a:lvl8pPr>
            <a:lvl9pPr algn="ctr">
              <a:buNone/>
              <a:defRPr sz="2100" b="0">
                <a:solidFill>
                  <a:srgbClr val="173C46"/>
                </a:solidFill>
                <a:latin typeface="Arial Unicode MS"/>
                <a:ea typeface="Arial Unicode MS"/>
                <a:cs typeface="Arial Unicode MS"/>
              </a:defRPr>
            </a:lvl9pPr>
          </a:lstStyle>
          <a:p xmlns:a="http://schemas.openxmlformats.org/drawingml/2006/main">
            <a:pPr algn="ct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상세 설계</a:t>
            </a:r>
          </a:p>
        </p:txBody>
      </p:sp>
      <p:sp>
        <p:nvSpPr>
          <p:cNvPr id="8" name="stage-3">
            <a:extLst xmlns:a="http://schemas.openxmlformats.org/drawingml/2006/main">
              <a:ext uri="{FF2B5EF4-FFF2-40B4-BE49-F238E27FC236}">
                <a16:creationId xmlns:a16="http://schemas.microsoft.com/office/drawing/2014/main" id="{375FA09D-E08D-4B57-95C4-1E3207E04BB9}"/>
              </a:ext>
            </a:extLst>
          </p:cNvPr>
          <p:cNvSpPr>
            <a:spLocks xmlns:a="http://schemas.openxmlformats.org/drawingml/2006/main" noGrp="1"/>
          </p:cNvSpPr>
          <p:nvPr/>
        </p:nvSpPr>
        <p:spPr>
          <a:xfrm xmlns:a="http://schemas.openxmlformats.org/drawingml/2006/main">
            <a:off x="7229475" y="430530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2100" b="0">
                <a:solidFill>
                  <a:srgbClr val="173C46"/>
                </a:solidFill>
                <a:latin typeface="Arial Unicode MS"/>
                <a:ea typeface="Arial Unicode MS"/>
                <a:cs typeface="Arial Unicode MS"/>
              </a:defRPr>
            </a:defPPr>
            <a:lvl1pPr algn="ctr">
              <a:buNone/>
              <a:defRPr sz="2100" b="0">
                <a:solidFill>
                  <a:srgbClr val="173C46"/>
                </a:solidFill>
                <a:latin typeface="Arial Unicode MS"/>
                <a:ea typeface="Arial Unicode MS"/>
                <a:cs typeface="Arial Unicode MS"/>
              </a:defRPr>
            </a:lvl1pPr>
            <a:lvl2pPr algn="ctr">
              <a:buNone/>
              <a:defRPr sz="2100" b="0">
                <a:solidFill>
                  <a:srgbClr val="173C46"/>
                </a:solidFill>
                <a:latin typeface="Arial Unicode MS"/>
                <a:ea typeface="Arial Unicode MS"/>
                <a:cs typeface="Arial Unicode MS"/>
              </a:defRPr>
            </a:lvl2pPr>
            <a:lvl3pPr algn="ctr">
              <a:buNone/>
              <a:defRPr sz="2100" b="0">
                <a:solidFill>
                  <a:srgbClr val="173C46"/>
                </a:solidFill>
                <a:latin typeface="Arial Unicode MS"/>
                <a:ea typeface="Arial Unicode MS"/>
                <a:cs typeface="Arial Unicode MS"/>
              </a:defRPr>
            </a:lvl3pPr>
            <a:lvl4pPr algn="ctr">
              <a:buNone/>
              <a:defRPr sz="2100" b="0">
                <a:solidFill>
                  <a:srgbClr val="173C46"/>
                </a:solidFill>
                <a:latin typeface="Arial Unicode MS"/>
                <a:ea typeface="Arial Unicode MS"/>
                <a:cs typeface="Arial Unicode MS"/>
              </a:defRPr>
            </a:lvl4pPr>
            <a:lvl5pPr algn="ctr">
              <a:buNone/>
              <a:defRPr sz="2100" b="0">
                <a:solidFill>
                  <a:srgbClr val="173C46"/>
                </a:solidFill>
                <a:latin typeface="Arial Unicode MS"/>
                <a:ea typeface="Arial Unicode MS"/>
                <a:cs typeface="Arial Unicode MS"/>
              </a:defRPr>
            </a:lvl5pPr>
            <a:lvl6pPr algn="ctr">
              <a:buNone/>
              <a:defRPr sz="2100" b="0">
                <a:solidFill>
                  <a:srgbClr val="173C46"/>
                </a:solidFill>
                <a:latin typeface="Arial Unicode MS"/>
                <a:ea typeface="Arial Unicode MS"/>
                <a:cs typeface="Arial Unicode MS"/>
              </a:defRPr>
            </a:lvl6pPr>
            <a:lvl7pPr algn="ctr">
              <a:buNone/>
              <a:defRPr sz="2100" b="0">
                <a:solidFill>
                  <a:srgbClr val="173C46"/>
                </a:solidFill>
                <a:latin typeface="Arial Unicode MS"/>
                <a:ea typeface="Arial Unicode MS"/>
                <a:cs typeface="Arial Unicode MS"/>
              </a:defRPr>
            </a:lvl7pPr>
            <a:lvl8pPr algn="ctr">
              <a:buNone/>
              <a:defRPr sz="2100" b="0">
                <a:solidFill>
                  <a:srgbClr val="173C46"/>
                </a:solidFill>
                <a:latin typeface="Arial Unicode MS"/>
                <a:ea typeface="Arial Unicode MS"/>
                <a:cs typeface="Arial Unicode MS"/>
              </a:defRPr>
            </a:lvl8pPr>
            <a:lvl9pPr algn="ctr">
              <a:buNone/>
              <a:defRPr sz="2100" b="0">
                <a:solidFill>
                  <a:srgbClr val="173C46"/>
                </a:solidFill>
                <a:latin typeface="Arial Unicode MS"/>
                <a:ea typeface="Arial Unicode MS"/>
                <a:cs typeface="Arial Unicode MS"/>
              </a:defRPr>
            </a:lvl9pPr>
          </a:lstStyle>
          <a:p xmlns:a="http://schemas.openxmlformats.org/drawingml/2006/main">
            <a:pPr algn="ct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구매·생산</a:t>
            </a:r>
          </a:p>
        </p:txBody>
      </p:sp>
      <p:sp>
        <p:nvSpPr>
          <p:cNvPr id="9" name="stage-4">
            <a:extLst xmlns:a="http://schemas.openxmlformats.org/drawingml/2006/main">
              <a:ext uri="{FF2B5EF4-FFF2-40B4-BE49-F238E27FC236}">
                <a16:creationId xmlns:a16="http://schemas.microsoft.com/office/drawing/2014/main" id="{3BB1EEC6-C514-4788-9FF6-F93171C476C3}"/>
              </a:ext>
            </a:extLst>
          </p:cNvPr>
          <p:cNvSpPr>
            <a:spLocks xmlns:a="http://schemas.openxmlformats.org/drawingml/2006/main" noGrp="1"/>
          </p:cNvSpPr>
          <p:nvPr/>
        </p:nvSpPr>
        <p:spPr>
          <a:xfrm xmlns:a="http://schemas.openxmlformats.org/drawingml/2006/main">
            <a:off x="9467850" y="430530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2100" b="0">
                <a:solidFill>
                  <a:srgbClr val="173C46"/>
                </a:solidFill>
                <a:latin typeface="Arial Unicode MS"/>
                <a:ea typeface="Arial Unicode MS"/>
                <a:cs typeface="Arial Unicode MS"/>
              </a:defRPr>
            </a:defPPr>
            <a:lvl1pPr algn="ctr">
              <a:buNone/>
              <a:defRPr sz="2100" b="0">
                <a:solidFill>
                  <a:srgbClr val="173C46"/>
                </a:solidFill>
                <a:latin typeface="Arial Unicode MS"/>
                <a:ea typeface="Arial Unicode MS"/>
                <a:cs typeface="Arial Unicode MS"/>
              </a:defRPr>
            </a:lvl1pPr>
            <a:lvl2pPr algn="ctr">
              <a:buNone/>
              <a:defRPr sz="2100" b="0">
                <a:solidFill>
                  <a:srgbClr val="173C46"/>
                </a:solidFill>
                <a:latin typeface="Arial Unicode MS"/>
                <a:ea typeface="Arial Unicode MS"/>
                <a:cs typeface="Arial Unicode MS"/>
              </a:defRPr>
            </a:lvl2pPr>
            <a:lvl3pPr algn="ctr">
              <a:buNone/>
              <a:defRPr sz="2100" b="0">
                <a:solidFill>
                  <a:srgbClr val="173C46"/>
                </a:solidFill>
                <a:latin typeface="Arial Unicode MS"/>
                <a:ea typeface="Arial Unicode MS"/>
                <a:cs typeface="Arial Unicode MS"/>
              </a:defRPr>
            </a:lvl3pPr>
            <a:lvl4pPr algn="ctr">
              <a:buNone/>
              <a:defRPr sz="2100" b="0">
                <a:solidFill>
                  <a:srgbClr val="173C46"/>
                </a:solidFill>
                <a:latin typeface="Arial Unicode MS"/>
                <a:ea typeface="Arial Unicode MS"/>
                <a:cs typeface="Arial Unicode MS"/>
              </a:defRPr>
            </a:lvl4pPr>
            <a:lvl5pPr algn="ctr">
              <a:buNone/>
              <a:defRPr sz="2100" b="0">
                <a:solidFill>
                  <a:srgbClr val="173C46"/>
                </a:solidFill>
                <a:latin typeface="Arial Unicode MS"/>
                <a:ea typeface="Arial Unicode MS"/>
                <a:cs typeface="Arial Unicode MS"/>
              </a:defRPr>
            </a:lvl5pPr>
            <a:lvl6pPr algn="ctr">
              <a:buNone/>
              <a:defRPr sz="2100" b="0">
                <a:solidFill>
                  <a:srgbClr val="173C46"/>
                </a:solidFill>
                <a:latin typeface="Arial Unicode MS"/>
                <a:ea typeface="Arial Unicode MS"/>
                <a:cs typeface="Arial Unicode MS"/>
              </a:defRPr>
            </a:lvl6pPr>
            <a:lvl7pPr algn="ctr">
              <a:buNone/>
              <a:defRPr sz="2100" b="0">
                <a:solidFill>
                  <a:srgbClr val="173C46"/>
                </a:solidFill>
                <a:latin typeface="Arial Unicode MS"/>
                <a:ea typeface="Arial Unicode MS"/>
                <a:cs typeface="Arial Unicode MS"/>
              </a:defRPr>
            </a:lvl7pPr>
            <a:lvl8pPr algn="ctr">
              <a:buNone/>
              <a:defRPr sz="2100" b="0">
                <a:solidFill>
                  <a:srgbClr val="173C46"/>
                </a:solidFill>
                <a:latin typeface="Arial Unicode MS"/>
                <a:ea typeface="Arial Unicode MS"/>
                <a:cs typeface="Arial Unicode MS"/>
              </a:defRPr>
            </a:lvl8pPr>
            <a:lvl9pPr algn="ctr">
              <a:buNone/>
              <a:defRPr sz="2100" b="0">
                <a:solidFill>
                  <a:srgbClr val="173C46"/>
                </a:solidFill>
                <a:latin typeface="Arial Unicode MS"/>
                <a:ea typeface="Arial Unicode MS"/>
                <a:cs typeface="Arial Unicode MS"/>
              </a:defRPr>
            </a:lvl9pPr>
          </a:lstStyle>
          <a:p xmlns:a="http://schemas.openxmlformats.org/drawingml/2006/main">
            <a:pPr algn="ct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시험·출고</a:t>
            </a:r>
          </a:p>
        </p:txBody>
      </p:sp>
      <p:sp>
        <p:nvSpPr>
          <p:cNvPr id="10" name="point">
            <a:extLst xmlns:a="http://schemas.openxmlformats.org/drawingml/2006/main">
              <a:ext uri="{FF2B5EF4-FFF2-40B4-BE49-F238E27FC236}">
                <a16:creationId xmlns:a16="http://schemas.microsoft.com/office/drawing/2014/main" id="{724CD1CA-4C4F-415C-AF35-CA3105B556A4}"/>
              </a:ext>
            </a:extLst>
          </p:cNvPr>
          <p:cNvSpPr>
            <a:spLocks xmlns:a="http://schemas.openxmlformats.org/drawingml/2006/main" noGrp="1"/>
          </p:cNvSpPr>
          <p:nvPr/>
        </p:nvSpPr>
        <p:spPr>
          <a:xfrm xmlns:a="http://schemas.openxmlformats.org/drawingml/2006/main">
            <a:off x="609600" y="524827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325" b="1">
                <a:solidFill>
                  <a:srgbClr val="173C46"/>
                </a:solidFill>
                <a:latin typeface="Arial Unicode MS"/>
                <a:ea typeface="Arial Unicode MS"/>
                <a:cs typeface="Arial Unicode MS"/>
              </a:defRPr>
            </a:defPPr>
            <a:lvl1pPr algn="l">
              <a:buNone/>
              <a:defRPr sz="2325" b="1">
                <a:solidFill>
                  <a:srgbClr val="173C46"/>
                </a:solidFill>
                <a:latin typeface="Arial Unicode MS"/>
                <a:ea typeface="Arial Unicode MS"/>
                <a:cs typeface="Arial Unicode MS"/>
              </a:defRPr>
            </a:lvl1pPr>
            <a:lvl2pPr algn="l">
              <a:buNone/>
              <a:defRPr sz="2325" b="1">
                <a:solidFill>
                  <a:srgbClr val="173C46"/>
                </a:solidFill>
                <a:latin typeface="Arial Unicode MS"/>
                <a:ea typeface="Arial Unicode MS"/>
                <a:cs typeface="Arial Unicode MS"/>
              </a:defRPr>
            </a:lvl2pPr>
            <a:lvl3pPr algn="l">
              <a:buNone/>
              <a:defRPr sz="2325" b="1">
                <a:solidFill>
                  <a:srgbClr val="173C46"/>
                </a:solidFill>
                <a:latin typeface="Arial Unicode MS"/>
                <a:ea typeface="Arial Unicode MS"/>
                <a:cs typeface="Arial Unicode MS"/>
              </a:defRPr>
            </a:lvl3pPr>
            <a:lvl4pPr algn="l">
              <a:buNone/>
              <a:defRPr sz="2325" b="1">
                <a:solidFill>
                  <a:srgbClr val="173C46"/>
                </a:solidFill>
                <a:latin typeface="Arial Unicode MS"/>
                <a:ea typeface="Arial Unicode MS"/>
                <a:cs typeface="Arial Unicode MS"/>
              </a:defRPr>
            </a:lvl4pPr>
            <a:lvl5pPr algn="l">
              <a:buNone/>
              <a:defRPr sz="2325" b="1">
                <a:solidFill>
                  <a:srgbClr val="173C46"/>
                </a:solidFill>
                <a:latin typeface="Arial Unicode MS"/>
                <a:ea typeface="Arial Unicode MS"/>
                <a:cs typeface="Arial Unicode MS"/>
              </a:defRPr>
            </a:lvl5pPr>
            <a:lvl6pPr algn="l">
              <a:buNone/>
              <a:defRPr sz="2325" b="1">
                <a:solidFill>
                  <a:srgbClr val="173C46"/>
                </a:solidFill>
                <a:latin typeface="Arial Unicode MS"/>
                <a:ea typeface="Arial Unicode MS"/>
                <a:cs typeface="Arial Unicode MS"/>
              </a:defRPr>
            </a:lvl6pPr>
            <a:lvl7pPr algn="l">
              <a:buNone/>
              <a:defRPr sz="2325" b="1">
                <a:solidFill>
                  <a:srgbClr val="173C46"/>
                </a:solidFill>
                <a:latin typeface="Arial Unicode MS"/>
                <a:ea typeface="Arial Unicode MS"/>
                <a:cs typeface="Arial Unicode MS"/>
              </a:defRPr>
            </a:lvl7pPr>
            <a:lvl8pPr algn="l">
              <a:buNone/>
              <a:defRPr sz="2325" b="1">
                <a:solidFill>
                  <a:srgbClr val="173C46"/>
                </a:solidFill>
                <a:latin typeface="Arial Unicode MS"/>
                <a:ea typeface="Arial Unicode MS"/>
                <a:cs typeface="Arial Unicode MS"/>
              </a:defRPr>
            </a:lvl8pPr>
            <a:lvl9pPr algn="l">
              <a:buNone/>
              <a:defRPr sz="2325" b="1">
                <a:solidFill>
                  <a:srgbClr val="173C46"/>
                </a:solidFill>
                <a:latin typeface="Arial Unicode MS"/>
                <a:ea typeface="Arial Unicode MS"/>
                <a:cs typeface="Arial Unicode MS"/>
              </a:defRPr>
            </a:lvl9pPr>
          </a:lstStyle>
          <a:p xmlns:a="http://schemas.openxmlformats.org/drawingml/2006/main">
            <a:pPr algn="l">
              <a:buNone/>
              <a:defRPr sz="2325" b="1">
                <a:solidFill>
                  <a:srgbClr val="173C46"/>
                </a:solidFill>
                <a:latin typeface="Arial Unicode MS"/>
                <a:ea typeface="Arial Unicode MS"/>
                <a:cs typeface="Arial Unicode MS"/>
              </a:defRPr>
            </a:pPr>
            <a:r>
              <a:rPr sz="2325" b="1">
                <a:solidFill>
                  <a:srgbClr val="173C46"/>
                </a:solidFill>
                <a:latin typeface="Arial Unicode MS"/>
                <a:ea typeface="Arial Unicode MS"/>
                <a:cs typeface="Arial Unicode MS"/>
              </a:rPr>
              <a:t>상세 설계와 구매에 요구사항을 넘기기 전</a:t>
            </a:r>
          </a:p>
          <a:p xmlns:a="http://schemas.openxmlformats.org/drawingml/2006/main">
            <a:pPr algn="l">
              <a:buNone/>
              <a:defRPr sz="2325" b="1">
                <a:solidFill>
                  <a:srgbClr val="173C46"/>
                </a:solidFill>
                <a:latin typeface="Arial Unicode MS"/>
                <a:ea typeface="Arial Unicode MS"/>
                <a:cs typeface="Arial Unicode MS"/>
              </a:defRPr>
            </a:pPr>
            <a:r>
              <a:rPr sz="2325" b="1">
                <a:solidFill>
                  <a:srgbClr val="173C46"/>
                </a:solidFill>
                <a:latin typeface="Arial Unicode MS"/>
                <a:ea typeface="Arial Unicode MS"/>
                <a:cs typeface="Arial Unicode MS"/>
              </a:rPr>
              <a:t>담당자가 문서 차이를 확인하는 시점입니다</a:t>
            </a:r>
          </a:p>
        </p:txBody>
      </p:sp>
      <p:sp>
        <p:nvSpPr>
          <p:cNvPr id="11" name="scope">
            <a:extLst xmlns:a="http://schemas.openxmlformats.org/drawingml/2006/main">
              <a:ext uri="{FF2B5EF4-FFF2-40B4-BE49-F238E27FC236}">
                <a16:creationId xmlns:a16="http://schemas.microsoft.com/office/drawing/2014/main" id="{43CD2FAB-9F03-48C5-B8FD-5B2E640A8E83}"/>
              </a:ext>
            </a:extLst>
          </p:cNvPr>
          <p:cNvSpPr>
            <a:spLocks xmlns:a="http://schemas.openxmlformats.org/drawingml/2006/main" noGrp="1"/>
          </p:cNvSpPr>
          <p:nvPr/>
        </p:nvSpPr>
        <p:spPr>
          <a:xfrm xmlns:a="http://schemas.openxmlformats.org/drawingml/2006/main">
            <a:off x="609600" y="604837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제안 사용 시점입니다. 실제 회사에서 운영 효과를 측정한 결과는 아닙니다.</a:t>
            </a:r>
          </a:p>
        </p:txBody>
      </p:sp>
    </p:spTree>
    <p:extLst>
      <p:ext uri="{BB962C8B-B14F-4D97-AF65-F5344CB8AC3E}">
        <p14:creationId xmlns:p14="http://schemas.microsoft.com/office/powerpoint/2010/main" val="53206435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heading">
            <a:extLst xmlns:a="http://schemas.openxmlformats.org/drawingml/2006/main">
              <a:ext uri="{FF2B5EF4-FFF2-40B4-BE49-F238E27FC236}">
                <a16:creationId xmlns:a16="http://schemas.microsoft.com/office/drawing/2014/main" id="{35ADB882-FD27-4C74-9BE1-DCD0EF3018C0}"/>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3300" b="1">
                <a:solidFill>
                  <a:srgbClr val="173C46"/>
                </a:solidFill>
                <a:latin typeface="Arial Unicode MS"/>
                <a:ea typeface="Arial Unicode MS"/>
                <a:cs typeface="Arial Unicode MS"/>
              </a:defRPr>
            </a:defPPr>
            <a:lvl1pPr algn="l">
              <a:buNone/>
              <a:defRPr sz="3300" b="1">
                <a:solidFill>
                  <a:srgbClr val="173C46"/>
                </a:solidFill>
                <a:latin typeface="Arial Unicode MS"/>
                <a:ea typeface="Arial Unicode MS"/>
                <a:cs typeface="Arial Unicode MS"/>
              </a:defRPr>
            </a:lvl1pPr>
            <a:lvl2pPr algn="l">
              <a:buNone/>
              <a:defRPr sz="3300" b="1">
                <a:solidFill>
                  <a:srgbClr val="173C46"/>
                </a:solidFill>
                <a:latin typeface="Arial Unicode MS"/>
                <a:ea typeface="Arial Unicode MS"/>
                <a:cs typeface="Arial Unicode MS"/>
              </a:defRPr>
            </a:lvl2pPr>
            <a:lvl3pPr algn="l">
              <a:buNone/>
              <a:defRPr sz="3300" b="1">
                <a:solidFill>
                  <a:srgbClr val="173C46"/>
                </a:solidFill>
                <a:latin typeface="Arial Unicode MS"/>
                <a:ea typeface="Arial Unicode MS"/>
                <a:cs typeface="Arial Unicode MS"/>
              </a:defRPr>
            </a:lvl3pPr>
            <a:lvl4pPr algn="l">
              <a:buNone/>
              <a:defRPr sz="3300" b="1">
                <a:solidFill>
                  <a:srgbClr val="173C46"/>
                </a:solidFill>
                <a:latin typeface="Arial Unicode MS"/>
                <a:ea typeface="Arial Unicode MS"/>
                <a:cs typeface="Arial Unicode MS"/>
              </a:defRPr>
            </a:lvl4pPr>
            <a:lvl5pPr algn="l">
              <a:buNone/>
              <a:defRPr sz="3300" b="1">
                <a:solidFill>
                  <a:srgbClr val="173C46"/>
                </a:solidFill>
                <a:latin typeface="Arial Unicode MS"/>
                <a:ea typeface="Arial Unicode MS"/>
                <a:cs typeface="Arial Unicode MS"/>
              </a:defRPr>
            </a:lvl5pPr>
            <a:lvl6pPr algn="l">
              <a:buNone/>
              <a:defRPr sz="3300" b="1">
                <a:solidFill>
                  <a:srgbClr val="173C46"/>
                </a:solidFill>
                <a:latin typeface="Arial Unicode MS"/>
                <a:ea typeface="Arial Unicode MS"/>
                <a:cs typeface="Arial Unicode MS"/>
              </a:defRPr>
            </a:lvl6pPr>
            <a:lvl7pPr algn="l">
              <a:buNone/>
              <a:defRPr sz="3300" b="1">
                <a:solidFill>
                  <a:srgbClr val="173C46"/>
                </a:solidFill>
                <a:latin typeface="Arial Unicode MS"/>
                <a:ea typeface="Arial Unicode MS"/>
                <a:cs typeface="Arial Unicode MS"/>
              </a:defRPr>
            </a:lvl7pPr>
            <a:lvl8pPr algn="l">
              <a:buNone/>
              <a:defRPr sz="3300" b="1">
                <a:solidFill>
                  <a:srgbClr val="173C46"/>
                </a:solidFill>
                <a:latin typeface="Arial Unicode MS"/>
                <a:ea typeface="Arial Unicode MS"/>
                <a:cs typeface="Arial Unicode MS"/>
              </a:defRPr>
            </a:lvl8pPr>
            <a:lvl9pPr algn="l">
              <a:buNone/>
              <a:defRPr sz="3300" b="1">
                <a:solidFill>
                  <a:srgbClr val="173C46"/>
                </a:solidFill>
                <a:latin typeface="Arial Unicode MS"/>
                <a:ea typeface="Arial Unicode MS"/>
                <a:cs typeface="Arial Unicode MS"/>
              </a:defRPr>
            </a:lvl9pPr>
          </a:lstStyle>
          <a:p xmlns:a="http://schemas.openxmlformats.org/drawingml/2006/main">
            <a:pPr algn="l">
              <a:buNone/>
              <a:defRPr sz="3300" b="1">
                <a:solidFill>
                  <a:srgbClr val="173C46"/>
                </a:solidFill>
                <a:latin typeface="Arial Unicode MS"/>
                <a:ea typeface="Arial Unicode MS"/>
                <a:cs typeface="Arial Unicode MS"/>
              </a:defRPr>
            </a:pPr>
            <a:r>
              <a:rPr sz="3300" b="1">
                <a:solidFill>
                  <a:srgbClr val="173C46"/>
                </a:solidFill>
                <a:latin typeface="Arial Unicode MS"/>
                <a:ea typeface="Arial Unicode MS"/>
                <a:cs typeface="Arial Unicode MS"/>
              </a:rPr>
              <a:t>승인 변경이 인계표에 빠진 경우</a:t>
            </a:r>
          </a:p>
        </p:txBody>
      </p:sp>
      <p:sp>
        <p:nvSpPr>
          <p:cNvPr id="2" name="page">
            <a:extLst xmlns:a="http://schemas.openxmlformats.org/drawingml/2006/main">
              <a:ext uri="{FF2B5EF4-FFF2-40B4-BE49-F238E27FC236}">
                <a16:creationId xmlns:a16="http://schemas.microsoft.com/office/drawing/2014/main" id="{07D7B790-3B53-4C62-96CC-85AF110E238A}"/>
              </a:ext>
            </a:extLst>
          </p:cNvPr>
          <p:cNvSpPr>
            <a:spLocks xmlns:a="http://schemas.openxmlformats.org/drawingml/2006/main" noGrp="1"/>
          </p:cNvSpPr>
          <p:nvPr/>
        </p:nvSpPr>
        <p:spPr>
          <a:xfrm xmlns:a="http://schemas.openxmlformats.org/drawingml/2006/main">
            <a:off x="11049000" y="641032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r">
              <a:defRPr sz="1350" b="0">
                <a:solidFill>
                  <a:srgbClr val="64777E"/>
                </a:solidFill>
                <a:latin typeface="Arial Unicode MS"/>
                <a:ea typeface="Arial Unicode MS"/>
                <a:cs typeface="Arial Unicode MS"/>
              </a:defRPr>
            </a:defPPr>
            <a:lvl1pPr algn="r">
              <a:buNone/>
              <a:defRPr sz="1350" b="0">
                <a:solidFill>
                  <a:srgbClr val="64777E"/>
                </a:solidFill>
                <a:latin typeface="Arial Unicode MS"/>
                <a:ea typeface="Arial Unicode MS"/>
                <a:cs typeface="Arial Unicode MS"/>
              </a:defRPr>
            </a:lvl1pPr>
            <a:lvl2pPr algn="r">
              <a:buNone/>
              <a:defRPr sz="1350" b="0">
                <a:solidFill>
                  <a:srgbClr val="64777E"/>
                </a:solidFill>
                <a:latin typeface="Arial Unicode MS"/>
                <a:ea typeface="Arial Unicode MS"/>
                <a:cs typeface="Arial Unicode MS"/>
              </a:defRPr>
            </a:lvl2pPr>
            <a:lvl3pPr algn="r">
              <a:buNone/>
              <a:defRPr sz="1350" b="0">
                <a:solidFill>
                  <a:srgbClr val="64777E"/>
                </a:solidFill>
                <a:latin typeface="Arial Unicode MS"/>
                <a:ea typeface="Arial Unicode MS"/>
                <a:cs typeface="Arial Unicode MS"/>
              </a:defRPr>
            </a:lvl3pPr>
            <a:lvl4pPr algn="r">
              <a:buNone/>
              <a:defRPr sz="1350" b="0">
                <a:solidFill>
                  <a:srgbClr val="64777E"/>
                </a:solidFill>
                <a:latin typeface="Arial Unicode MS"/>
                <a:ea typeface="Arial Unicode MS"/>
                <a:cs typeface="Arial Unicode MS"/>
              </a:defRPr>
            </a:lvl4pPr>
            <a:lvl5pPr algn="r">
              <a:buNone/>
              <a:defRPr sz="1350" b="0">
                <a:solidFill>
                  <a:srgbClr val="64777E"/>
                </a:solidFill>
                <a:latin typeface="Arial Unicode MS"/>
                <a:ea typeface="Arial Unicode MS"/>
                <a:cs typeface="Arial Unicode MS"/>
              </a:defRPr>
            </a:lvl5pPr>
            <a:lvl6pPr algn="r">
              <a:buNone/>
              <a:defRPr sz="1350" b="0">
                <a:solidFill>
                  <a:srgbClr val="64777E"/>
                </a:solidFill>
                <a:latin typeface="Arial Unicode MS"/>
                <a:ea typeface="Arial Unicode MS"/>
                <a:cs typeface="Arial Unicode MS"/>
              </a:defRPr>
            </a:lvl6pPr>
            <a:lvl7pPr algn="r">
              <a:buNone/>
              <a:defRPr sz="1350" b="0">
                <a:solidFill>
                  <a:srgbClr val="64777E"/>
                </a:solidFill>
                <a:latin typeface="Arial Unicode MS"/>
                <a:ea typeface="Arial Unicode MS"/>
                <a:cs typeface="Arial Unicode MS"/>
              </a:defRPr>
            </a:lvl7pPr>
            <a:lvl8pPr algn="r">
              <a:buNone/>
              <a:defRPr sz="1350" b="0">
                <a:solidFill>
                  <a:srgbClr val="64777E"/>
                </a:solidFill>
                <a:latin typeface="Arial Unicode MS"/>
                <a:ea typeface="Arial Unicode MS"/>
                <a:cs typeface="Arial Unicode MS"/>
              </a:defRPr>
            </a:lvl8pPr>
            <a:lvl9pPr algn="r">
              <a:buNone/>
              <a:defRPr sz="1350" b="0">
                <a:solidFill>
                  <a:srgbClr val="64777E"/>
                </a:solidFill>
                <a:latin typeface="Arial Unicode MS"/>
                <a:ea typeface="Arial Unicode MS"/>
                <a:cs typeface="Arial Unicode MS"/>
              </a:defRPr>
            </a:lvl9pPr>
          </a:lstStyle>
          <a:p xmlns:a="http://schemas.openxmlformats.org/drawingml/2006/main">
            <a:pPr algn="r">
              <a:buNone/>
              <a:defRPr sz="1350" b="0">
                <a:solidFill>
                  <a:srgbClr val="64777E"/>
                </a:solidFill>
                <a:latin typeface="Arial Unicode MS"/>
                <a:ea typeface="Arial Unicode MS"/>
                <a:cs typeface="Arial Unicode MS"/>
              </a:defRPr>
            </a:pPr>
            <a:r>
              <a:rPr sz="1350" b="0">
                <a:solidFill>
                  <a:srgbClr val="64777E"/>
                </a:solidFill>
                <a:latin typeface="Arial Unicode MS"/>
                <a:ea typeface="Arial Unicode MS"/>
                <a:cs typeface="Arial Unicode MS"/>
              </a:rPr>
              <a:t>03</a:t>
            </a:r>
          </a:p>
        </p:txBody>
      </p:sp>
      <p:sp>
        <p:nvSpPr>
          <p:cNvPr id="3" name="intro">
            <a:extLst xmlns:a="http://schemas.openxmlformats.org/drawingml/2006/main">
              <a:ext uri="{FF2B5EF4-FFF2-40B4-BE49-F238E27FC236}">
                <a16:creationId xmlns:a16="http://schemas.microsoft.com/office/drawing/2014/main" id="{4F80F939-CA85-46AB-A76D-83C50E96E65C}"/>
              </a:ext>
            </a:extLst>
          </p:cNvPr>
          <p:cNvSpPr>
            <a:spLocks xmlns:a="http://schemas.openxmlformats.org/drawingml/2006/main" noGrp="1"/>
          </p:cNvSpPr>
          <p:nvPr/>
        </p:nvSpPr>
        <p:spPr>
          <a:xfrm xmlns:a="http://schemas.openxmlformats.org/drawingml/2006/main">
            <a:off x="609600" y="1381125"/>
            <a:ext cx="10906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175" b="0">
                <a:solidFill>
                  <a:srgbClr val="64777E"/>
                </a:solidFill>
                <a:latin typeface="Arial Unicode MS"/>
                <a:ea typeface="Arial Unicode MS"/>
                <a:cs typeface="Arial Unicode MS"/>
              </a:defRPr>
            </a:defPPr>
            <a:lvl1pPr algn="l">
              <a:buNone/>
              <a:defRPr sz="2175" b="0">
                <a:solidFill>
                  <a:srgbClr val="64777E"/>
                </a:solidFill>
                <a:latin typeface="Arial Unicode MS"/>
                <a:ea typeface="Arial Unicode MS"/>
                <a:cs typeface="Arial Unicode MS"/>
              </a:defRPr>
            </a:lvl1pPr>
            <a:lvl2pPr algn="l">
              <a:buNone/>
              <a:defRPr sz="2175" b="0">
                <a:solidFill>
                  <a:srgbClr val="64777E"/>
                </a:solidFill>
                <a:latin typeface="Arial Unicode MS"/>
                <a:ea typeface="Arial Unicode MS"/>
                <a:cs typeface="Arial Unicode MS"/>
              </a:defRPr>
            </a:lvl2pPr>
            <a:lvl3pPr algn="l">
              <a:buNone/>
              <a:defRPr sz="2175" b="0">
                <a:solidFill>
                  <a:srgbClr val="64777E"/>
                </a:solidFill>
                <a:latin typeface="Arial Unicode MS"/>
                <a:ea typeface="Arial Unicode MS"/>
                <a:cs typeface="Arial Unicode MS"/>
              </a:defRPr>
            </a:lvl3pPr>
            <a:lvl4pPr algn="l">
              <a:buNone/>
              <a:defRPr sz="2175" b="0">
                <a:solidFill>
                  <a:srgbClr val="64777E"/>
                </a:solidFill>
                <a:latin typeface="Arial Unicode MS"/>
                <a:ea typeface="Arial Unicode MS"/>
                <a:cs typeface="Arial Unicode MS"/>
              </a:defRPr>
            </a:lvl4pPr>
            <a:lvl5pPr algn="l">
              <a:buNone/>
              <a:defRPr sz="2175" b="0">
                <a:solidFill>
                  <a:srgbClr val="64777E"/>
                </a:solidFill>
                <a:latin typeface="Arial Unicode MS"/>
                <a:ea typeface="Arial Unicode MS"/>
                <a:cs typeface="Arial Unicode MS"/>
              </a:defRPr>
            </a:lvl5pPr>
            <a:lvl6pPr algn="l">
              <a:buNone/>
              <a:defRPr sz="2175" b="0">
                <a:solidFill>
                  <a:srgbClr val="64777E"/>
                </a:solidFill>
                <a:latin typeface="Arial Unicode MS"/>
                <a:ea typeface="Arial Unicode MS"/>
                <a:cs typeface="Arial Unicode MS"/>
              </a:defRPr>
            </a:lvl6pPr>
            <a:lvl7pPr algn="l">
              <a:buNone/>
              <a:defRPr sz="2175" b="0">
                <a:solidFill>
                  <a:srgbClr val="64777E"/>
                </a:solidFill>
                <a:latin typeface="Arial Unicode MS"/>
                <a:ea typeface="Arial Unicode MS"/>
                <a:cs typeface="Arial Unicode MS"/>
              </a:defRPr>
            </a:lvl7pPr>
            <a:lvl8pPr algn="l">
              <a:buNone/>
              <a:defRPr sz="2175" b="0">
                <a:solidFill>
                  <a:srgbClr val="64777E"/>
                </a:solidFill>
                <a:latin typeface="Arial Unicode MS"/>
                <a:ea typeface="Arial Unicode MS"/>
                <a:cs typeface="Arial Unicode MS"/>
              </a:defRPr>
            </a:lvl8pPr>
            <a:lvl9pPr algn="l">
              <a:buNone/>
              <a:defRPr sz="2175" b="0">
                <a:solidFill>
                  <a:srgbClr val="64777E"/>
                </a:solidFill>
                <a:latin typeface="Arial Unicode MS"/>
                <a:ea typeface="Arial Unicode MS"/>
                <a:cs typeface="Arial Unicode MS"/>
              </a:defRPr>
            </a:lvl9pPr>
          </a:lstStyle>
          <a:p xmlns:a="http://schemas.openxmlformats.org/drawingml/2006/main">
            <a:pPr algn="l">
              <a:buNone/>
              <a:defRPr sz="2175" b="0">
                <a:solidFill>
                  <a:srgbClr val="64777E"/>
                </a:solidFill>
                <a:latin typeface="Arial Unicode MS"/>
                <a:ea typeface="Arial Unicode MS"/>
                <a:cs typeface="Arial Unicode MS"/>
              </a:defRPr>
            </a:pPr>
            <a:r>
              <a:rPr sz="2175" b="0">
                <a:solidFill>
                  <a:srgbClr val="64777E"/>
                </a:solidFill>
                <a:latin typeface="Arial Unicode MS"/>
                <a:ea typeface="Arial Unicode MS"/>
                <a:cs typeface="Arial Unicode MS"/>
              </a:rPr>
              <a:t>최초 사양만 보면 일치하지만, 승인 변경을 적용하면 달라집니다</a:t>
            </a:r>
          </a:p>
        </p:txBody>
      </p:sp>
      <p:graphicFrame>
        <p:nvGraphicFramePr>
          <p:cNvPr id="4" name="">
            <a:extLst xmlns:a="http://schemas.openxmlformats.org/drawingml/2006/main">
              <a:ext uri="{FF2B5EF4-FFF2-40B4-BE49-F238E27FC236}">
                <a16:creationId xmlns:a16="http://schemas.microsoft.com/office/drawing/2014/main" id="{77904133-B983-4D37-8142-CC9ABA9F4D6F}"/>
              </a:ext>
            </a:extLst>
          </p:cNvPr>
          <p:cNvGraphicFramePr/>
          <p:nvPr/>
        </p:nvGraphicFramePr>
        <p:xfrm>
          <a:off xmlns:a="http://schemas.openxmlformats.org/drawingml/2006/main" x="609600" y="2476500"/>
          <a:ext xmlns:a="http://schemas.openxmlformats.org/drawingml/2006/main" cx="10972800" cy="2533650"/>
        </p:xfrm>
        <a:graphic xmlns:a="http://schemas.openxmlformats.org/drawingml/2006/main">
          <a:graphicData uri="http://schemas.openxmlformats.org/drawingml/2006/table">
            <a:tbl>
              <a:tblPr/>
              <a:tblGrid>
                <a:gridCol w="2228850"/>
                <a:gridCol w="2914650"/>
                <a:gridCol w="2914650"/>
                <a:gridCol w="2914650"/>
              </a:tblGrid>
              <a:tr h="628650">
                <a:tc>
                  <a:txBody>
                    <a:bodyPr/>
                    <a:lstStyle/>
                    <a:p>
                      <a:r>
                        <a:rPr sz="2400" b="1">
                          <a:solidFill>
                            <a:srgbClr val="FFFFFF"/>
                          </a:solidFill>
                          <a:latin typeface="Arial Unicode MS"/>
                          <a:ea typeface="Arial Unicode MS"/>
                          <a:cs typeface="Arial Unicode MS"/>
                        </a:rPr>
                        <a:t>항목</a:t>
                      </a:r>
                    </a:p>
                  </a:txBody>
                  <a:tcPr marL="171450" marR="133350" marT="114300" marB="114300" anchor="ctr">
                    <a:lnL w="9525">
                      <a:solidFill>
                        <a:srgbClr val="CFDCDD"/>
                      </a:solidFill>
                      <a:prstDash val="solid"/>
                    </a:lnL>
                    <a:lnR w="9525">
                      <a:solidFill>
                        <a:srgbClr val="CFDCDD"/>
                      </a:solidFill>
                      <a:prstDash val="solid"/>
                    </a:lnR>
                    <a:lnT w="9525">
                      <a:solidFill>
                        <a:srgbClr val="CFDCDD"/>
                      </a:solidFill>
                      <a:prstDash val="solid"/>
                    </a:lnT>
                    <a:lnB w="9525">
                      <a:solidFill>
                        <a:srgbClr val="CFDCDD"/>
                      </a:solidFill>
                      <a:prstDash val="solid"/>
                    </a:lnB>
                    <a:solidFill>
                      <a:srgbClr val="173C46"/>
                    </a:solidFill>
                  </a:tcPr>
                </a:tc>
                <a:tc>
                  <a:txBody>
                    <a:bodyPr/>
                    <a:lstStyle/>
                    <a:p>
                      <a:r>
                        <a:rPr sz="2400" b="1">
                          <a:solidFill>
                            <a:srgbClr val="FFFFFF"/>
                          </a:solidFill>
                          <a:latin typeface="Arial Unicode MS"/>
                          <a:ea typeface="Arial Unicode MS"/>
                          <a:cs typeface="Arial Unicode MS"/>
                        </a:rPr>
                        <a:t>최초 고객사양</a:t>
                      </a:r>
                    </a:p>
                  </a:txBody>
                  <a:tcPr marL="171450" marR="133350" marT="114300" marB="114300" anchor="ctr">
                    <a:lnR w="9525">
                      <a:solidFill>
                        <a:srgbClr val="CFDCDD"/>
                      </a:solidFill>
                      <a:prstDash val="solid"/>
                    </a:lnR>
                    <a:lnT w="9525">
                      <a:solidFill>
                        <a:srgbClr val="CFDCDD"/>
                      </a:solidFill>
                      <a:prstDash val="solid"/>
                    </a:lnT>
                    <a:lnB w="9525">
                      <a:solidFill>
                        <a:srgbClr val="CFDCDD"/>
                      </a:solidFill>
                      <a:prstDash val="solid"/>
                    </a:lnB>
                    <a:solidFill>
                      <a:srgbClr val="173C46"/>
                    </a:solidFill>
                  </a:tcPr>
                </a:tc>
                <a:tc>
                  <a:txBody>
                    <a:bodyPr/>
                    <a:lstStyle/>
                    <a:p>
                      <a:r>
                        <a:rPr sz="2400" b="1">
                          <a:solidFill>
                            <a:srgbClr val="FFFFFF"/>
                          </a:solidFill>
                          <a:latin typeface="Arial Unicode MS"/>
                          <a:ea typeface="Arial Unicode MS"/>
                          <a:cs typeface="Arial Unicode MS"/>
                        </a:rPr>
                        <a:t>승인 변경</a:t>
                      </a:r>
                    </a:p>
                  </a:txBody>
                  <a:tcPr marL="171450" marR="133350" marT="114300" marB="114300" anchor="ctr">
                    <a:lnR w="9525">
                      <a:solidFill>
                        <a:srgbClr val="CFDCDD"/>
                      </a:solidFill>
                      <a:prstDash val="solid"/>
                    </a:lnR>
                    <a:lnT w="9525">
                      <a:solidFill>
                        <a:srgbClr val="CFDCDD"/>
                      </a:solidFill>
                      <a:prstDash val="solid"/>
                    </a:lnT>
                    <a:lnB w="9525">
                      <a:solidFill>
                        <a:srgbClr val="CFDCDD"/>
                      </a:solidFill>
                      <a:prstDash val="solid"/>
                    </a:lnB>
                    <a:solidFill>
                      <a:srgbClr val="173C46"/>
                    </a:solidFill>
                  </a:tcPr>
                </a:tc>
                <a:tc>
                  <a:txBody>
                    <a:bodyPr/>
                    <a:lstStyle/>
                    <a:p>
                      <a:r>
                        <a:rPr sz="2400" b="1">
                          <a:solidFill>
                            <a:srgbClr val="FFFFFF"/>
                          </a:solidFill>
                          <a:latin typeface="Arial Unicode MS"/>
                          <a:ea typeface="Arial Unicode MS"/>
                          <a:cs typeface="Arial Unicode MS"/>
                        </a:rPr>
                        <a:t>내부 인계</a:t>
                      </a:r>
                    </a:p>
                  </a:txBody>
                  <a:tcPr marL="171450" marR="133350" marT="114300" marB="114300" anchor="ctr">
                    <a:lnR w="9525">
                      <a:solidFill>
                        <a:srgbClr val="CFDCDD"/>
                      </a:solidFill>
                      <a:prstDash val="solid"/>
                    </a:lnR>
                    <a:lnT w="9525">
                      <a:solidFill>
                        <a:srgbClr val="CFDCDD"/>
                      </a:solidFill>
                      <a:prstDash val="solid"/>
                    </a:lnT>
                    <a:lnB w="9525">
                      <a:solidFill>
                        <a:srgbClr val="CFDCDD"/>
                      </a:solidFill>
                      <a:prstDash val="solid"/>
                    </a:lnB>
                    <a:solidFill>
                      <a:srgbClr val="173C46"/>
                    </a:solidFill>
                  </a:tcPr>
                </a:tc>
              </a:tr>
              <a:tr h="952500">
                <a:tc>
                  <a:txBody>
                    <a:bodyPr/>
                    <a:lstStyle/>
                    <a:p>
                      <a:r>
                        <a:rPr sz="2550">
                          <a:solidFill>
                            <a:srgbClr val="173C46"/>
                          </a:solidFill>
                          <a:latin typeface="Arial Unicode MS"/>
                          <a:ea typeface="Arial Unicode MS"/>
                          <a:cs typeface="Arial Unicode MS"/>
                        </a:rPr>
                        <a:t>결선그룹</a:t>
                      </a:r>
                    </a:p>
                  </a:txBody>
                  <a:tcPr marL="171450" marR="133350" marT="114300" marB="114300" anchor="ctr">
                    <a:lnL w="9525">
                      <a:solidFill>
                        <a:srgbClr val="CFDCDD"/>
                      </a:solidFill>
                      <a:prstDash val="solid"/>
                    </a:lnL>
                    <a:lnR w="9525">
                      <a:solidFill>
                        <a:srgbClr val="CFDCDD"/>
                      </a:solidFill>
                      <a:prstDash val="solid"/>
                    </a:lnR>
                    <a:lnB w="9525">
                      <a:solidFill>
                        <a:srgbClr val="CFDCDD"/>
                      </a:solidFill>
                      <a:prstDash val="solid"/>
                    </a:lnB>
                    <a:solidFill>
                      <a:srgbClr val="FFFFFF"/>
                    </a:solidFill>
                  </a:tcPr>
                </a:tc>
                <a:tc>
                  <a:txBody>
                    <a:bodyPr/>
                    <a:lstStyle/>
                    <a:p>
                      <a:r>
                        <a:rPr sz="2550">
                          <a:solidFill>
                            <a:srgbClr val="173C46"/>
                          </a:solidFill>
                          <a:latin typeface="Arial Unicode MS"/>
                          <a:ea typeface="Arial Unicode MS"/>
                          <a:cs typeface="Arial Unicode MS"/>
                        </a:rPr>
                        <a:t>Dyn1</a:t>
                      </a:r>
                    </a:p>
                  </a:txBody>
                  <a:tcPr marL="171450" marR="133350" marT="114300" marB="114300" anchor="ctr">
                    <a:lnR w="9525">
                      <a:solidFill>
                        <a:srgbClr val="CFDCDD"/>
                      </a:solidFill>
                      <a:prstDash val="solid"/>
                    </a:lnR>
                    <a:lnB w="9525">
                      <a:solidFill>
                        <a:srgbClr val="CFDCDD"/>
                      </a:solidFill>
                      <a:prstDash val="solid"/>
                    </a:lnB>
                    <a:solidFill>
                      <a:srgbClr val="FFFFFF"/>
                    </a:solidFill>
                  </a:tcPr>
                </a:tc>
                <a:tc>
                  <a:txBody>
                    <a:bodyPr/>
                    <a:lstStyle/>
                    <a:p>
                      <a:r>
                        <a:rPr sz="2850" b="1">
                          <a:solidFill>
                            <a:srgbClr val="15796D"/>
                          </a:solidFill>
                          <a:latin typeface="Arial Unicode MS"/>
                          <a:ea typeface="Arial Unicode MS"/>
                          <a:cs typeface="Arial Unicode MS"/>
                        </a:rPr>
                        <a:t>Dyn11</a:t>
                      </a:r>
                    </a:p>
                  </a:txBody>
                  <a:tcPr marL="171450" marR="133350" marT="114300" marB="114300" anchor="ctr">
                    <a:lnR w="9525">
                      <a:solidFill>
                        <a:srgbClr val="CFDCDD"/>
                      </a:solidFill>
                      <a:prstDash val="solid"/>
                    </a:lnR>
                    <a:lnB w="9525">
                      <a:solidFill>
                        <a:srgbClr val="CFDCDD"/>
                      </a:solidFill>
                      <a:prstDash val="solid"/>
                    </a:lnB>
                    <a:solidFill>
                      <a:srgbClr val="ECF4F1"/>
                    </a:solidFill>
                  </a:tcPr>
                </a:tc>
                <a:tc>
                  <a:txBody>
                    <a:bodyPr/>
                    <a:lstStyle/>
                    <a:p>
                      <a:r>
                        <a:rPr sz="2850" b="1">
                          <a:solidFill>
                            <a:srgbClr val="AB553B"/>
                          </a:solidFill>
                          <a:latin typeface="Arial Unicode MS"/>
                          <a:ea typeface="Arial Unicode MS"/>
                          <a:cs typeface="Arial Unicode MS"/>
                        </a:rPr>
                        <a:t>Dyn1</a:t>
                      </a:r>
                    </a:p>
                  </a:txBody>
                  <a:tcPr marL="171450" marR="133350" marT="114300" marB="114300" anchor="ctr">
                    <a:lnR w="9525">
                      <a:solidFill>
                        <a:srgbClr val="CFDCDD"/>
                      </a:solidFill>
                      <a:prstDash val="solid"/>
                    </a:lnR>
                    <a:lnB w="9525">
                      <a:solidFill>
                        <a:srgbClr val="CFDCDD"/>
                      </a:solidFill>
                      <a:prstDash val="solid"/>
                    </a:lnB>
                    <a:solidFill>
                      <a:srgbClr val="F8EEE9"/>
                    </a:solidFill>
                  </a:tcPr>
                </a:tc>
              </a:tr>
              <a:tr h="952500">
                <a:tc>
                  <a:txBody>
                    <a:bodyPr/>
                    <a:lstStyle/>
                    <a:p>
                      <a:r>
                        <a:rPr sz="2550">
                          <a:solidFill>
                            <a:srgbClr val="173C46"/>
                          </a:solidFill>
                          <a:latin typeface="Arial Unicode MS"/>
                          <a:ea typeface="Arial Unicode MS"/>
                          <a:cs typeface="Arial Unicode MS"/>
                        </a:rPr>
                        <a:t>냉각방식</a:t>
                      </a:r>
                    </a:p>
                  </a:txBody>
                  <a:tcPr marL="171450" marR="133350" marT="114300" marB="114300" anchor="ctr">
                    <a:lnL w="9525">
                      <a:solidFill>
                        <a:srgbClr val="CFDCDD"/>
                      </a:solidFill>
                      <a:prstDash val="solid"/>
                    </a:lnL>
                    <a:lnR w="9525">
                      <a:solidFill>
                        <a:srgbClr val="CFDCDD"/>
                      </a:solidFill>
                      <a:prstDash val="solid"/>
                    </a:lnR>
                    <a:lnB w="9525">
                      <a:solidFill>
                        <a:srgbClr val="CFDCDD"/>
                      </a:solidFill>
                      <a:prstDash val="solid"/>
                    </a:lnB>
                    <a:solidFill>
                      <a:srgbClr val="FFFFFF"/>
                    </a:solidFill>
                  </a:tcPr>
                </a:tc>
                <a:tc>
                  <a:txBody>
                    <a:bodyPr/>
                    <a:lstStyle/>
                    <a:p>
                      <a:r>
                        <a:rPr sz="2550">
                          <a:solidFill>
                            <a:srgbClr val="173C46"/>
                          </a:solidFill>
                          <a:latin typeface="Arial Unicode MS"/>
                          <a:ea typeface="Arial Unicode MS"/>
                          <a:cs typeface="Arial Unicode MS"/>
                        </a:rPr>
                        <a:t>ONAF</a:t>
                      </a:r>
                    </a:p>
                  </a:txBody>
                  <a:tcPr marL="171450" marR="133350" marT="114300" marB="114300" anchor="ctr">
                    <a:lnR w="9525">
                      <a:solidFill>
                        <a:srgbClr val="CFDCDD"/>
                      </a:solidFill>
                      <a:prstDash val="solid"/>
                    </a:lnR>
                    <a:lnB w="9525">
                      <a:solidFill>
                        <a:srgbClr val="CFDCDD"/>
                      </a:solidFill>
                      <a:prstDash val="solid"/>
                    </a:lnB>
                    <a:solidFill>
                      <a:srgbClr val="FFFFFF"/>
                    </a:solidFill>
                  </a:tcPr>
                </a:tc>
                <a:tc>
                  <a:txBody>
                    <a:bodyPr/>
                    <a:lstStyle/>
                    <a:p>
                      <a:r>
                        <a:rPr sz="2850" b="1">
                          <a:solidFill>
                            <a:srgbClr val="15796D"/>
                          </a:solidFill>
                          <a:latin typeface="Arial Unicode MS"/>
                          <a:ea typeface="Arial Unicode MS"/>
                          <a:cs typeface="Arial Unicode MS"/>
                        </a:rPr>
                        <a:t>OFAF</a:t>
                      </a:r>
                    </a:p>
                  </a:txBody>
                  <a:tcPr marL="171450" marR="133350" marT="114300" marB="114300" anchor="ctr">
                    <a:lnR w="9525">
                      <a:solidFill>
                        <a:srgbClr val="CFDCDD"/>
                      </a:solidFill>
                      <a:prstDash val="solid"/>
                    </a:lnR>
                    <a:lnB w="9525">
                      <a:solidFill>
                        <a:srgbClr val="CFDCDD"/>
                      </a:solidFill>
                      <a:prstDash val="solid"/>
                    </a:lnB>
                    <a:solidFill>
                      <a:srgbClr val="ECF4F1"/>
                    </a:solidFill>
                  </a:tcPr>
                </a:tc>
                <a:tc>
                  <a:txBody>
                    <a:bodyPr/>
                    <a:lstStyle/>
                    <a:p>
                      <a:r>
                        <a:rPr sz="2850" b="1">
                          <a:solidFill>
                            <a:srgbClr val="AB553B"/>
                          </a:solidFill>
                          <a:latin typeface="Arial Unicode MS"/>
                          <a:ea typeface="Arial Unicode MS"/>
                          <a:cs typeface="Arial Unicode MS"/>
                        </a:rPr>
                        <a:t>ONAF</a:t>
                      </a:r>
                    </a:p>
                  </a:txBody>
                  <a:tcPr marL="171450" marR="133350" marT="114300" marB="114300" anchor="ctr">
                    <a:lnR w="9525">
                      <a:solidFill>
                        <a:srgbClr val="CFDCDD"/>
                      </a:solidFill>
                      <a:prstDash val="solid"/>
                    </a:lnR>
                    <a:lnB w="9525">
                      <a:solidFill>
                        <a:srgbClr val="CFDCDD"/>
                      </a:solidFill>
                      <a:prstDash val="solid"/>
                    </a:lnB>
                    <a:solidFill>
                      <a:srgbClr val="F8EEE9"/>
                    </a:solidFill>
                  </a:tcPr>
                </a:tc>
              </a:tr>
            </a:tbl>
          </a:graphicData>
        </a:graphic>
      </p:graphicFrame>
      <p:sp>
        <p:nvSpPr>
          <p:cNvPr id="5" name="decision">
            <a:extLst xmlns:a="http://schemas.openxmlformats.org/drawingml/2006/main">
              <a:ext uri="{FF2B5EF4-FFF2-40B4-BE49-F238E27FC236}">
                <a16:creationId xmlns:a16="http://schemas.microsoft.com/office/drawing/2014/main" id="{FA637452-D0BC-4570-9853-7331D946A68C}"/>
              </a:ext>
            </a:extLst>
          </p:cNvPr>
          <p:cNvSpPr>
            <a:spLocks xmlns:a="http://schemas.openxmlformats.org/drawingml/2006/main" noGrp="1"/>
          </p:cNvSpPr>
          <p:nvPr/>
        </p:nvSpPr>
        <p:spPr>
          <a:xfrm xmlns:a="http://schemas.openxmlformats.org/drawingml/2006/main">
            <a:off x="609600" y="530542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325" b="1">
                <a:solidFill>
                  <a:srgbClr val="15796D"/>
                </a:solidFill>
                <a:latin typeface="Arial Unicode MS"/>
                <a:ea typeface="Arial Unicode MS"/>
                <a:cs typeface="Arial Unicode MS"/>
              </a:defRPr>
            </a:defPPr>
            <a:lvl1pPr algn="l">
              <a:buNone/>
              <a:defRPr sz="2325" b="1">
                <a:solidFill>
                  <a:srgbClr val="15796D"/>
                </a:solidFill>
                <a:latin typeface="Arial Unicode MS"/>
                <a:ea typeface="Arial Unicode MS"/>
                <a:cs typeface="Arial Unicode MS"/>
              </a:defRPr>
            </a:lvl1pPr>
            <a:lvl2pPr algn="l">
              <a:buNone/>
              <a:defRPr sz="2325" b="1">
                <a:solidFill>
                  <a:srgbClr val="15796D"/>
                </a:solidFill>
                <a:latin typeface="Arial Unicode MS"/>
                <a:ea typeface="Arial Unicode MS"/>
                <a:cs typeface="Arial Unicode MS"/>
              </a:defRPr>
            </a:lvl2pPr>
            <a:lvl3pPr algn="l">
              <a:buNone/>
              <a:defRPr sz="2325" b="1">
                <a:solidFill>
                  <a:srgbClr val="15796D"/>
                </a:solidFill>
                <a:latin typeface="Arial Unicode MS"/>
                <a:ea typeface="Arial Unicode MS"/>
                <a:cs typeface="Arial Unicode MS"/>
              </a:defRPr>
            </a:lvl3pPr>
            <a:lvl4pPr algn="l">
              <a:buNone/>
              <a:defRPr sz="2325" b="1">
                <a:solidFill>
                  <a:srgbClr val="15796D"/>
                </a:solidFill>
                <a:latin typeface="Arial Unicode MS"/>
                <a:ea typeface="Arial Unicode MS"/>
                <a:cs typeface="Arial Unicode MS"/>
              </a:defRPr>
            </a:lvl4pPr>
            <a:lvl5pPr algn="l">
              <a:buNone/>
              <a:defRPr sz="2325" b="1">
                <a:solidFill>
                  <a:srgbClr val="15796D"/>
                </a:solidFill>
                <a:latin typeface="Arial Unicode MS"/>
                <a:ea typeface="Arial Unicode MS"/>
                <a:cs typeface="Arial Unicode MS"/>
              </a:defRPr>
            </a:lvl5pPr>
            <a:lvl6pPr algn="l">
              <a:buNone/>
              <a:defRPr sz="2325" b="1">
                <a:solidFill>
                  <a:srgbClr val="15796D"/>
                </a:solidFill>
                <a:latin typeface="Arial Unicode MS"/>
                <a:ea typeface="Arial Unicode MS"/>
                <a:cs typeface="Arial Unicode MS"/>
              </a:defRPr>
            </a:lvl6pPr>
            <a:lvl7pPr algn="l">
              <a:buNone/>
              <a:defRPr sz="2325" b="1">
                <a:solidFill>
                  <a:srgbClr val="15796D"/>
                </a:solidFill>
                <a:latin typeface="Arial Unicode MS"/>
                <a:ea typeface="Arial Unicode MS"/>
                <a:cs typeface="Arial Unicode MS"/>
              </a:defRPr>
            </a:lvl7pPr>
            <a:lvl8pPr algn="l">
              <a:buNone/>
              <a:defRPr sz="2325" b="1">
                <a:solidFill>
                  <a:srgbClr val="15796D"/>
                </a:solidFill>
                <a:latin typeface="Arial Unicode MS"/>
                <a:ea typeface="Arial Unicode MS"/>
                <a:cs typeface="Arial Unicode MS"/>
              </a:defRPr>
            </a:lvl8pPr>
            <a:lvl9pPr algn="l">
              <a:buNone/>
              <a:defRPr sz="2325" b="1">
                <a:solidFill>
                  <a:srgbClr val="15796D"/>
                </a:solidFill>
                <a:latin typeface="Arial Unicode MS"/>
                <a:ea typeface="Arial Unicode MS"/>
                <a:cs typeface="Arial Unicode MS"/>
              </a:defRPr>
            </a:lvl9pPr>
          </a:lstStyle>
          <a:p xmlns:a="http://schemas.openxmlformats.org/drawingml/2006/main">
            <a:pPr algn="l">
              <a:buNone/>
              <a:defRPr sz="2325" b="1">
                <a:solidFill>
                  <a:srgbClr val="15796D"/>
                </a:solidFill>
                <a:latin typeface="Arial Unicode MS"/>
                <a:ea typeface="Arial Unicode MS"/>
                <a:cs typeface="Arial Unicode MS"/>
              </a:defRPr>
            </a:pPr>
            <a:r>
              <a:rPr sz="2325" b="1">
                <a:solidFill>
                  <a:srgbClr val="15796D"/>
                </a:solidFill>
                <a:latin typeface="Arial Unicode MS"/>
                <a:ea typeface="Arial Unicode MS"/>
                <a:cs typeface="Arial Unicode MS"/>
              </a:rPr>
              <a:t>비교 기준은 담당자가 선택한 승인 변경입니다</a:t>
            </a:r>
          </a:p>
        </p:txBody>
      </p:sp>
      <p:sp>
        <p:nvSpPr>
          <p:cNvPr id="6" name="scope">
            <a:extLst xmlns:a="http://schemas.openxmlformats.org/drawingml/2006/main">
              <a:ext uri="{FF2B5EF4-FFF2-40B4-BE49-F238E27FC236}">
                <a16:creationId xmlns:a16="http://schemas.microsoft.com/office/drawing/2014/main" id="{BC6085DE-CBC3-4CE5-8BD0-44FE9C1F967D}"/>
              </a:ext>
            </a:extLst>
          </p:cNvPr>
          <p:cNvSpPr>
            <a:spLocks xmlns:a="http://schemas.openxmlformats.org/drawingml/2006/main" noGrp="1"/>
          </p:cNvSpPr>
          <p:nvPr/>
        </p:nvSpPr>
        <p:spPr>
          <a:xfrm xmlns:a="http://schemas.openxmlformats.org/drawingml/2006/main">
            <a:off x="609600" y="604837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직접 작성한 가상 문서 사례입니다. 날짜만으로 변경서를 자동 적용하지 않습니다.</a:t>
            </a:r>
          </a:p>
        </p:txBody>
      </p:sp>
    </p:spTree>
    <p:extLst>
      <p:ext uri="{BB962C8B-B14F-4D97-AF65-F5344CB8AC3E}">
        <p14:creationId xmlns:p14="http://schemas.microsoft.com/office/powerpoint/2010/main" val="108782015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heading">
            <a:extLst xmlns:a="http://schemas.openxmlformats.org/drawingml/2006/main">
              <a:ext uri="{FF2B5EF4-FFF2-40B4-BE49-F238E27FC236}">
                <a16:creationId xmlns:a16="http://schemas.microsoft.com/office/drawing/2014/main" id="{0BDD5927-7C92-4AA8-8AA5-636E6C869541}"/>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3300" b="1">
                <a:solidFill>
                  <a:srgbClr val="173C46"/>
                </a:solidFill>
                <a:latin typeface="Arial Unicode MS"/>
                <a:ea typeface="Arial Unicode MS"/>
                <a:cs typeface="Arial Unicode MS"/>
              </a:defRPr>
            </a:defPPr>
            <a:lvl1pPr algn="l">
              <a:buNone/>
              <a:defRPr sz="3300" b="1">
                <a:solidFill>
                  <a:srgbClr val="173C46"/>
                </a:solidFill>
                <a:latin typeface="Arial Unicode MS"/>
                <a:ea typeface="Arial Unicode MS"/>
                <a:cs typeface="Arial Unicode MS"/>
              </a:defRPr>
            </a:lvl1pPr>
            <a:lvl2pPr algn="l">
              <a:buNone/>
              <a:defRPr sz="3300" b="1">
                <a:solidFill>
                  <a:srgbClr val="173C46"/>
                </a:solidFill>
                <a:latin typeface="Arial Unicode MS"/>
                <a:ea typeface="Arial Unicode MS"/>
                <a:cs typeface="Arial Unicode MS"/>
              </a:defRPr>
            </a:lvl2pPr>
            <a:lvl3pPr algn="l">
              <a:buNone/>
              <a:defRPr sz="3300" b="1">
                <a:solidFill>
                  <a:srgbClr val="173C46"/>
                </a:solidFill>
                <a:latin typeface="Arial Unicode MS"/>
                <a:ea typeface="Arial Unicode MS"/>
                <a:cs typeface="Arial Unicode MS"/>
              </a:defRPr>
            </a:lvl3pPr>
            <a:lvl4pPr algn="l">
              <a:buNone/>
              <a:defRPr sz="3300" b="1">
                <a:solidFill>
                  <a:srgbClr val="173C46"/>
                </a:solidFill>
                <a:latin typeface="Arial Unicode MS"/>
                <a:ea typeface="Arial Unicode MS"/>
                <a:cs typeface="Arial Unicode MS"/>
              </a:defRPr>
            </a:lvl4pPr>
            <a:lvl5pPr algn="l">
              <a:buNone/>
              <a:defRPr sz="3300" b="1">
                <a:solidFill>
                  <a:srgbClr val="173C46"/>
                </a:solidFill>
                <a:latin typeface="Arial Unicode MS"/>
                <a:ea typeface="Arial Unicode MS"/>
                <a:cs typeface="Arial Unicode MS"/>
              </a:defRPr>
            </a:lvl5pPr>
            <a:lvl6pPr algn="l">
              <a:buNone/>
              <a:defRPr sz="3300" b="1">
                <a:solidFill>
                  <a:srgbClr val="173C46"/>
                </a:solidFill>
                <a:latin typeface="Arial Unicode MS"/>
                <a:ea typeface="Arial Unicode MS"/>
                <a:cs typeface="Arial Unicode MS"/>
              </a:defRPr>
            </a:lvl6pPr>
            <a:lvl7pPr algn="l">
              <a:buNone/>
              <a:defRPr sz="3300" b="1">
                <a:solidFill>
                  <a:srgbClr val="173C46"/>
                </a:solidFill>
                <a:latin typeface="Arial Unicode MS"/>
                <a:ea typeface="Arial Unicode MS"/>
                <a:cs typeface="Arial Unicode MS"/>
              </a:defRPr>
            </a:lvl7pPr>
            <a:lvl8pPr algn="l">
              <a:buNone/>
              <a:defRPr sz="3300" b="1">
                <a:solidFill>
                  <a:srgbClr val="173C46"/>
                </a:solidFill>
                <a:latin typeface="Arial Unicode MS"/>
                <a:ea typeface="Arial Unicode MS"/>
                <a:cs typeface="Arial Unicode MS"/>
              </a:defRPr>
            </a:lvl8pPr>
            <a:lvl9pPr algn="l">
              <a:buNone/>
              <a:defRPr sz="3300" b="1">
                <a:solidFill>
                  <a:srgbClr val="173C46"/>
                </a:solidFill>
                <a:latin typeface="Arial Unicode MS"/>
                <a:ea typeface="Arial Unicode MS"/>
                <a:cs typeface="Arial Unicode MS"/>
              </a:defRPr>
            </a:lvl9pPr>
          </a:lstStyle>
          <a:p xmlns:a="http://schemas.openxmlformats.org/drawingml/2006/main">
            <a:pPr algn="l">
              <a:buNone/>
              <a:defRPr sz="3300" b="1">
                <a:solidFill>
                  <a:srgbClr val="173C46"/>
                </a:solidFill>
                <a:latin typeface="Arial Unicode MS"/>
                <a:ea typeface="Arial Unicode MS"/>
                <a:cs typeface="Arial Unicode MS"/>
              </a:defRPr>
            </a:pPr>
            <a:r>
              <a:rPr sz="3300" b="1">
                <a:solidFill>
                  <a:srgbClr val="173C46"/>
                </a:solidFill>
                <a:latin typeface="Arial Unicode MS"/>
                <a:ea typeface="Arial Unicode MS"/>
                <a:cs typeface="Arial Unicode MS"/>
              </a:rPr>
              <a:t>실제 실행에서 두 항목 차이를 확인</a:t>
            </a:r>
          </a:p>
        </p:txBody>
      </p:sp>
      <p:sp>
        <p:nvSpPr>
          <p:cNvPr id="2" name="page">
            <a:extLst xmlns:a="http://schemas.openxmlformats.org/drawingml/2006/main">
              <a:ext uri="{FF2B5EF4-FFF2-40B4-BE49-F238E27FC236}">
                <a16:creationId xmlns:a16="http://schemas.microsoft.com/office/drawing/2014/main" id="{CC131DF1-9C66-4B52-BB91-4A601B8ED187}"/>
              </a:ext>
            </a:extLst>
          </p:cNvPr>
          <p:cNvSpPr>
            <a:spLocks xmlns:a="http://schemas.openxmlformats.org/drawingml/2006/main" noGrp="1"/>
          </p:cNvSpPr>
          <p:nvPr/>
        </p:nvSpPr>
        <p:spPr>
          <a:xfrm xmlns:a="http://schemas.openxmlformats.org/drawingml/2006/main">
            <a:off x="11049000" y="641032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r">
              <a:defRPr sz="1350" b="0">
                <a:solidFill>
                  <a:srgbClr val="64777E"/>
                </a:solidFill>
                <a:latin typeface="Arial Unicode MS"/>
                <a:ea typeface="Arial Unicode MS"/>
                <a:cs typeface="Arial Unicode MS"/>
              </a:defRPr>
            </a:defPPr>
            <a:lvl1pPr algn="r">
              <a:buNone/>
              <a:defRPr sz="1350" b="0">
                <a:solidFill>
                  <a:srgbClr val="64777E"/>
                </a:solidFill>
                <a:latin typeface="Arial Unicode MS"/>
                <a:ea typeface="Arial Unicode MS"/>
                <a:cs typeface="Arial Unicode MS"/>
              </a:defRPr>
            </a:lvl1pPr>
            <a:lvl2pPr algn="r">
              <a:buNone/>
              <a:defRPr sz="1350" b="0">
                <a:solidFill>
                  <a:srgbClr val="64777E"/>
                </a:solidFill>
                <a:latin typeface="Arial Unicode MS"/>
                <a:ea typeface="Arial Unicode MS"/>
                <a:cs typeface="Arial Unicode MS"/>
              </a:defRPr>
            </a:lvl2pPr>
            <a:lvl3pPr algn="r">
              <a:buNone/>
              <a:defRPr sz="1350" b="0">
                <a:solidFill>
                  <a:srgbClr val="64777E"/>
                </a:solidFill>
                <a:latin typeface="Arial Unicode MS"/>
                <a:ea typeface="Arial Unicode MS"/>
                <a:cs typeface="Arial Unicode MS"/>
              </a:defRPr>
            </a:lvl3pPr>
            <a:lvl4pPr algn="r">
              <a:buNone/>
              <a:defRPr sz="1350" b="0">
                <a:solidFill>
                  <a:srgbClr val="64777E"/>
                </a:solidFill>
                <a:latin typeface="Arial Unicode MS"/>
                <a:ea typeface="Arial Unicode MS"/>
                <a:cs typeface="Arial Unicode MS"/>
              </a:defRPr>
            </a:lvl4pPr>
            <a:lvl5pPr algn="r">
              <a:buNone/>
              <a:defRPr sz="1350" b="0">
                <a:solidFill>
                  <a:srgbClr val="64777E"/>
                </a:solidFill>
                <a:latin typeface="Arial Unicode MS"/>
                <a:ea typeface="Arial Unicode MS"/>
                <a:cs typeface="Arial Unicode MS"/>
              </a:defRPr>
            </a:lvl5pPr>
            <a:lvl6pPr algn="r">
              <a:buNone/>
              <a:defRPr sz="1350" b="0">
                <a:solidFill>
                  <a:srgbClr val="64777E"/>
                </a:solidFill>
                <a:latin typeface="Arial Unicode MS"/>
                <a:ea typeface="Arial Unicode MS"/>
                <a:cs typeface="Arial Unicode MS"/>
              </a:defRPr>
            </a:lvl6pPr>
            <a:lvl7pPr algn="r">
              <a:buNone/>
              <a:defRPr sz="1350" b="0">
                <a:solidFill>
                  <a:srgbClr val="64777E"/>
                </a:solidFill>
                <a:latin typeface="Arial Unicode MS"/>
                <a:ea typeface="Arial Unicode MS"/>
                <a:cs typeface="Arial Unicode MS"/>
              </a:defRPr>
            </a:lvl7pPr>
            <a:lvl8pPr algn="r">
              <a:buNone/>
              <a:defRPr sz="1350" b="0">
                <a:solidFill>
                  <a:srgbClr val="64777E"/>
                </a:solidFill>
                <a:latin typeface="Arial Unicode MS"/>
                <a:ea typeface="Arial Unicode MS"/>
                <a:cs typeface="Arial Unicode MS"/>
              </a:defRPr>
            </a:lvl8pPr>
            <a:lvl9pPr algn="r">
              <a:buNone/>
              <a:defRPr sz="1350" b="0">
                <a:solidFill>
                  <a:srgbClr val="64777E"/>
                </a:solidFill>
                <a:latin typeface="Arial Unicode MS"/>
                <a:ea typeface="Arial Unicode MS"/>
                <a:cs typeface="Arial Unicode MS"/>
              </a:defRPr>
            </a:lvl9pPr>
          </a:lstStyle>
          <a:p xmlns:a="http://schemas.openxmlformats.org/drawingml/2006/main">
            <a:pPr algn="r">
              <a:buNone/>
              <a:defRPr sz="1350" b="0">
                <a:solidFill>
                  <a:srgbClr val="64777E"/>
                </a:solidFill>
                <a:latin typeface="Arial Unicode MS"/>
                <a:ea typeface="Arial Unicode MS"/>
                <a:cs typeface="Arial Unicode MS"/>
              </a:defRPr>
            </a:pPr>
            <a:r>
              <a:rPr sz="1350" b="0">
                <a:solidFill>
                  <a:srgbClr val="64777E"/>
                </a:solidFill>
                <a:latin typeface="Arial Unicode MS"/>
                <a:ea typeface="Arial Unicode MS"/>
                <a:cs typeface="Arial Unicode MS"/>
              </a:rPr>
              <a:t>04</a:t>
            </a:r>
          </a:p>
        </p:txBody>
      </p:sp>
      <p:sp>
        <p:nvSpPr>
          <p:cNvPr id="3" name="actual">
            <a:extLst xmlns:a="http://schemas.openxmlformats.org/drawingml/2006/main">
              <a:ext uri="{FF2B5EF4-FFF2-40B4-BE49-F238E27FC236}">
                <a16:creationId xmlns:a16="http://schemas.microsoft.com/office/drawing/2014/main" id="{2AF76670-D67D-4AFC-9D85-E13AB5311DFE}"/>
              </a:ext>
            </a:extLst>
          </p:cNvPr>
          <p:cNvSpPr>
            <a:spLocks xmlns:a="http://schemas.openxmlformats.org/drawingml/2006/main" noGrp="1"/>
          </p:cNvSpPr>
          <p:nvPr/>
        </p:nvSpPr>
        <p:spPr>
          <a:xfrm xmlns:a="http://schemas.openxmlformats.org/drawingml/2006/main">
            <a:off x="609600" y="12668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800" b="1">
                <a:solidFill>
                  <a:srgbClr val="15796D"/>
                </a:solidFill>
                <a:latin typeface="Arial Unicode MS"/>
                <a:ea typeface="Arial Unicode MS"/>
                <a:cs typeface="Arial Unicode MS"/>
              </a:defRPr>
            </a:defPPr>
            <a:lvl1pPr algn="l">
              <a:buNone/>
              <a:defRPr sz="1800" b="1">
                <a:solidFill>
                  <a:srgbClr val="15796D"/>
                </a:solidFill>
                <a:latin typeface="Arial Unicode MS"/>
                <a:ea typeface="Arial Unicode MS"/>
                <a:cs typeface="Arial Unicode MS"/>
              </a:defRPr>
            </a:lvl1pPr>
            <a:lvl2pPr algn="l">
              <a:buNone/>
              <a:defRPr sz="1800" b="1">
                <a:solidFill>
                  <a:srgbClr val="15796D"/>
                </a:solidFill>
                <a:latin typeface="Arial Unicode MS"/>
                <a:ea typeface="Arial Unicode MS"/>
                <a:cs typeface="Arial Unicode MS"/>
              </a:defRPr>
            </a:lvl2pPr>
            <a:lvl3pPr algn="l">
              <a:buNone/>
              <a:defRPr sz="1800" b="1">
                <a:solidFill>
                  <a:srgbClr val="15796D"/>
                </a:solidFill>
                <a:latin typeface="Arial Unicode MS"/>
                <a:ea typeface="Arial Unicode MS"/>
                <a:cs typeface="Arial Unicode MS"/>
              </a:defRPr>
            </a:lvl3pPr>
            <a:lvl4pPr algn="l">
              <a:buNone/>
              <a:defRPr sz="1800" b="1">
                <a:solidFill>
                  <a:srgbClr val="15796D"/>
                </a:solidFill>
                <a:latin typeface="Arial Unicode MS"/>
                <a:ea typeface="Arial Unicode MS"/>
                <a:cs typeface="Arial Unicode MS"/>
              </a:defRPr>
            </a:lvl4pPr>
            <a:lvl5pPr algn="l">
              <a:buNone/>
              <a:defRPr sz="1800" b="1">
                <a:solidFill>
                  <a:srgbClr val="15796D"/>
                </a:solidFill>
                <a:latin typeface="Arial Unicode MS"/>
                <a:ea typeface="Arial Unicode MS"/>
                <a:cs typeface="Arial Unicode MS"/>
              </a:defRPr>
            </a:lvl5pPr>
            <a:lvl6pPr algn="l">
              <a:buNone/>
              <a:defRPr sz="1800" b="1">
                <a:solidFill>
                  <a:srgbClr val="15796D"/>
                </a:solidFill>
                <a:latin typeface="Arial Unicode MS"/>
                <a:ea typeface="Arial Unicode MS"/>
                <a:cs typeface="Arial Unicode MS"/>
              </a:defRPr>
            </a:lvl6pPr>
            <a:lvl7pPr algn="l">
              <a:buNone/>
              <a:defRPr sz="1800" b="1">
                <a:solidFill>
                  <a:srgbClr val="15796D"/>
                </a:solidFill>
                <a:latin typeface="Arial Unicode MS"/>
                <a:ea typeface="Arial Unicode MS"/>
                <a:cs typeface="Arial Unicode MS"/>
              </a:defRPr>
            </a:lvl7pPr>
            <a:lvl8pPr algn="l">
              <a:buNone/>
              <a:defRPr sz="1800" b="1">
                <a:solidFill>
                  <a:srgbClr val="15796D"/>
                </a:solidFill>
                <a:latin typeface="Arial Unicode MS"/>
                <a:ea typeface="Arial Unicode MS"/>
                <a:cs typeface="Arial Unicode MS"/>
              </a:defRPr>
            </a:lvl8pPr>
            <a:lvl9pPr algn="l">
              <a:buNone/>
              <a:defRPr sz="1800" b="1">
                <a:solidFill>
                  <a:srgbClr val="15796D"/>
                </a:solidFill>
                <a:latin typeface="Arial Unicode MS"/>
                <a:ea typeface="Arial Unicode MS"/>
                <a:cs typeface="Arial Unicode MS"/>
              </a:defRPr>
            </a:lvl9pPr>
          </a:lstStyle>
          <a:p xmlns:a="http://schemas.openxmlformats.org/drawingml/2006/main">
            <a:pPr algn="l">
              <a:buNone/>
              <a:defRPr sz="1800" b="1">
                <a:solidFill>
                  <a:srgbClr val="15796D"/>
                </a:solidFill>
                <a:latin typeface="Arial Unicode MS"/>
                <a:ea typeface="Arial Unicode MS"/>
                <a:cs typeface="Arial Unicode MS"/>
              </a:defRPr>
            </a:pPr>
            <a:r>
              <a:rPr sz="1800" b="1">
                <a:solidFill>
                  <a:srgbClr val="15796D"/>
                </a:solidFill>
                <a:latin typeface="Arial Unicode MS"/>
                <a:ea typeface="Arial Unicode MS"/>
                <a:cs typeface="Arial Unicode MS"/>
              </a:rPr>
              <a:t>OpenAI 실제 실행 결과 · 저장 화면 발췌</a:t>
            </a:r>
          </a:p>
        </p:txBody>
      </p:sp>
      <p:sp>
        <p:nvSpPr>
          <p:cNvPr id="4" name="counts">
            <a:extLst xmlns:a="http://schemas.openxmlformats.org/drawingml/2006/main">
              <a:ext uri="{FF2B5EF4-FFF2-40B4-BE49-F238E27FC236}">
                <a16:creationId xmlns:a16="http://schemas.microsoft.com/office/drawing/2014/main" id="{2C5CF2A8-99D2-48BE-BDD1-6C49EC7B9ADE}"/>
              </a:ext>
            </a:extLst>
          </p:cNvPr>
          <p:cNvSpPr>
            <a:spLocks xmlns:a="http://schemas.openxmlformats.org/drawingml/2006/main" noGrp="1"/>
          </p:cNvSpPr>
          <p:nvPr/>
        </p:nvSpPr>
        <p:spPr>
          <a:xfrm xmlns:a="http://schemas.openxmlformats.org/drawingml/2006/main">
            <a:off x="609600" y="171450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3225" b="1">
                <a:solidFill>
                  <a:srgbClr val="173C46"/>
                </a:solidFill>
                <a:latin typeface="Arial Unicode MS"/>
                <a:ea typeface="Arial Unicode MS"/>
                <a:cs typeface="Arial Unicode MS"/>
              </a:defRPr>
            </a:defPPr>
            <a:lvl1pPr algn="l">
              <a:buNone/>
              <a:defRPr sz="3225" b="1">
                <a:solidFill>
                  <a:srgbClr val="173C46"/>
                </a:solidFill>
                <a:latin typeface="Arial Unicode MS"/>
                <a:ea typeface="Arial Unicode MS"/>
                <a:cs typeface="Arial Unicode MS"/>
              </a:defRPr>
            </a:lvl1pPr>
            <a:lvl2pPr algn="l">
              <a:buNone/>
              <a:defRPr sz="3225" b="1">
                <a:solidFill>
                  <a:srgbClr val="173C46"/>
                </a:solidFill>
                <a:latin typeface="Arial Unicode MS"/>
                <a:ea typeface="Arial Unicode MS"/>
                <a:cs typeface="Arial Unicode MS"/>
              </a:defRPr>
            </a:lvl2pPr>
            <a:lvl3pPr algn="l">
              <a:buNone/>
              <a:defRPr sz="3225" b="1">
                <a:solidFill>
                  <a:srgbClr val="173C46"/>
                </a:solidFill>
                <a:latin typeface="Arial Unicode MS"/>
                <a:ea typeface="Arial Unicode MS"/>
                <a:cs typeface="Arial Unicode MS"/>
              </a:defRPr>
            </a:lvl3pPr>
            <a:lvl4pPr algn="l">
              <a:buNone/>
              <a:defRPr sz="3225" b="1">
                <a:solidFill>
                  <a:srgbClr val="173C46"/>
                </a:solidFill>
                <a:latin typeface="Arial Unicode MS"/>
                <a:ea typeface="Arial Unicode MS"/>
                <a:cs typeface="Arial Unicode MS"/>
              </a:defRPr>
            </a:lvl4pPr>
            <a:lvl5pPr algn="l">
              <a:buNone/>
              <a:defRPr sz="3225" b="1">
                <a:solidFill>
                  <a:srgbClr val="173C46"/>
                </a:solidFill>
                <a:latin typeface="Arial Unicode MS"/>
                <a:ea typeface="Arial Unicode MS"/>
                <a:cs typeface="Arial Unicode MS"/>
              </a:defRPr>
            </a:lvl5pPr>
            <a:lvl6pPr algn="l">
              <a:buNone/>
              <a:defRPr sz="3225" b="1">
                <a:solidFill>
                  <a:srgbClr val="173C46"/>
                </a:solidFill>
                <a:latin typeface="Arial Unicode MS"/>
                <a:ea typeface="Arial Unicode MS"/>
                <a:cs typeface="Arial Unicode MS"/>
              </a:defRPr>
            </a:lvl6pPr>
            <a:lvl7pPr algn="l">
              <a:buNone/>
              <a:defRPr sz="3225" b="1">
                <a:solidFill>
                  <a:srgbClr val="173C46"/>
                </a:solidFill>
                <a:latin typeface="Arial Unicode MS"/>
                <a:ea typeface="Arial Unicode MS"/>
                <a:cs typeface="Arial Unicode MS"/>
              </a:defRPr>
            </a:lvl7pPr>
            <a:lvl8pPr algn="l">
              <a:buNone/>
              <a:defRPr sz="3225" b="1">
                <a:solidFill>
                  <a:srgbClr val="173C46"/>
                </a:solidFill>
                <a:latin typeface="Arial Unicode MS"/>
                <a:ea typeface="Arial Unicode MS"/>
                <a:cs typeface="Arial Unicode MS"/>
              </a:defRPr>
            </a:lvl8pPr>
            <a:lvl9pPr algn="l">
              <a:buNone/>
              <a:defRPr sz="3225" b="1">
                <a:solidFill>
                  <a:srgbClr val="173C46"/>
                </a:solidFill>
                <a:latin typeface="Arial Unicode MS"/>
                <a:ea typeface="Arial Unicode MS"/>
                <a:cs typeface="Arial Unicode MS"/>
              </a:defRPr>
            </a:lvl9pPr>
          </a:lstStyle>
          <a:p xmlns:a="http://schemas.openxmlformats.org/drawingml/2006/main">
            <a:pPr algn="l">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8 일치      2 불일치      0 확인 필요</a:t>
            </a:r>
          </a:p>
        </p:txBody>
      </p:sp>
      <p:sp>
        <p:nvSpPr>
          <p:cNvPr id="5" name="result-column-0">
            <a:extLst xmlns:a="http://schemas.openxmlformats.org/drawingml/2006/main">
              <a:ext uri="{FF2B5EF4-FFF2-40B4-BE49-F238E27FC236}">
                <a16:creationId xmlns:a16="http://schemas.microsoft.com/office/drawing/2014/main" id="{A0A6F837-D034-4742-BD53-06CA2346423A}"/>
              </a:ext>
            </a:extLst>
          </p:cNvPr>
          <p:cNvSpPr>
            <a:spLocks xmlns:a="http://schemas.openxmlformats.org/drawingml/2006/main" noGrp="1"/>
          </p:cNvSpPr>
          <p:nvPr/>
        </p:nvSpPr>
        <p:spPr>
          <a:xfrm xmlns:a="http://schemas.openxmlformats.org/drawingml/2006/main">
            <a:off x="752475" y="2466975"/>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800" b="0">
                <a:solidFill>
                  <a:srgbClr val="64777E"/>
                </a:solidFill>
                <a:latin typeface="Arial Unicode MS"/>
                <a:ea typeface="Arial Unicode MS"/>
                <a:cs typeface="Arial Unicode MS"/>
              </a:defRPr>
            </a:defPPr>
            <a:lvl1pPr algn="l">
              <a:buNone/>
              <a:defRPr sz="1800" b="0">
                <a:solidFill>
                  <a:srgbClr val="64777E"/>
                </a:solidFill>
                <a:latin typeface="Arial Unicode MS"/>
                <a:ea typeface="Arial Unicode MS"/>
                <a:cs typeface="Arial Unicode MS"/>
              </a:defRPr>
            </a:lvl1pPr>
            <a:lvl2pPr algn="l">
              <a:buNone/>
              <a:defRPr sz="1800" b="0">
                <a:solidFill>
                  <a:srgbClr val="64777E"/>
                </a:solidFill>
                <a:latin typeface="Arial Unicode MS"/>
                <a:ea typeface="Arial Unicode MS"/>
                <a:cs typeface="Arial Unicode MS"/>
              </a:defRPr>
            </a:lvl2pPr>
            <a:lvl3pPr algn="l">
              <a:buNone/>
              <a:defRPr sz="1800" b="0">
                <a:solidFill>
                  <a:srgbClr val="64777E"/>
                </a:solidFill>
                <a:latin typeface="Arial Unicode MS"/>
                <a:ea typeface="Arial Unicode MS"/>
                <a:cs typeface="Arial Unicode MS"/>
              </a:defRPr>
            </a:lvl3pPr>
            <a:lvl4pPr algn="l">
              <a:buNone/>
              <a:defRPr sz="1800" b="0">
                <a:solidFill>
                  <a:srgbClr val="64777E"/>
                </a:solidFill>
                <a:latin typeface="Arial Unicode MS"/>
                <a:ea typeface="Arial Unicode MS"/>
                <a:cs typeface="Arial Unicode MS"/>
              </a:defRPr>
            </a:lvl4pPr>
            <a:lvl5pPr algn="l">
              <a:buNone/>
              <a:defRPr sz="1800" b="0">
                <a:solidFill>
                  <a:srgbClr val="64777E"/>
                </a:solidFill>
                <a:latin typeface="Arial Unicode MS"/>
                <a:ea typeface="Arial Unicode MS"/>
                <a:cs typeface="Arial Unicode MS"/>
              </a:defRPr>
            </a:lvl5pPr>
            <a:lvl6pPr algn="l">
              <a:buNone/>
              <a:defRPr sz="1800" b="0">
                <a:solidFill>
                  <a:srgbClr val="64777E"/>
                </a:solidFill>
                <a:latin typeface="Arial Unicode MS"/>
                <a:ea typeface="Arial Unicode MS"/>
                <a:cs typeface="Arial Unicode MS"/>
              </a:defRPr>
            </a:lvl6pPr>
            <a:lvl7pPr algn="l">
              <a:buNone/>
              <a:defRPr sz="1800" b="0">
                <a:solidFill>
                  <a:srgbClr val="64777E"/>
                </a:solidFill>
                <a:latin typeface="Arial Unicode MS"/>
                <a:ea typeface="Arial Unicode MS"/>
                <a:cs typeface="Arial Unicode MS"/>
              </a:defRPr>
            </a:lvl7pPr>
            <a:lvl8pPr algn="l">
              <a:buNone/>
              <a:defRPr sz="1800" b="0">
                <a:solidFill>
                  <a:srgbClr val="64777E"/>
                </a:solidFill>
                <a:latin typeface="Arial Unicode MS"/>
                <a:ea typeface="Arial Unicode MS"/>
                <a:cs typeface="Arial Unicode MS"/>
              </a:defRPr>
            </a:lvl8pPr>
            <a:lvl9pPr algn="l">
              <a:buNone/>
              <a:defRPr sz="1800" b="0">
                <a:solidFill>
                  <a:srgbClr val="64777E"/>
                </a:solidFill>
                <a:latin typeface="Arial Unicode MS"/>
                <a:ea typeface="Arial Unicode MS"/>
                <a:cs typeface="Arial Unicode MS"/>
              </a:defRPr>
            </a:lvl9pPr>
          </a:lstStyle>
          <a:p xmlns:a="http://schemas.openxmlformats.org/drawingml/2006/main">
            <a:pPr algn="l">
              <a:buNone/>
              <a:defRPr sz="1800" b="0">
                <a:solidFill>
                  <a:srgbClr val="64777E"/>
                </a:solidFill>
                <a:latin typeface="Arial Unicode MS"/>
                <a:ea typeface="Arial Unicode MS"/>
                <a:cs typeface="Arial Unicode MS"/>
              </a:defRPr>
            </a:pPr>
            <a:r>
              <a:rPr sz="1800" b="0">
                <a:solidFill>
                  <a:srgbClr val="64777E"/>
                </a:solidFill>
                <a:latin typeface="Arial Unicode MS"/>
                <a:ea typeface="Arial Unicode MS"/>
                <a:cs typeface="Arial Unicode MS"/>
              </a:rPr>
              <a:t>항목</a:t>
            </a:r>
          </a:p>
        </p:txBody>
      </p:sp>
      <p:sp>
        <p:nvSpPr>
          <p:cNvPr id="6" name="result-column-1">
            <a:extLst xmlns:a="http://schemas.openxmlformats.org/drawingml/2006/main">
              <a:ext uri="{FF2B5EF4-FFF2-40B4-BE49-F238E27FC236}">
                <a16:creationId xmlns:a16="http://schemas.microsoft.com/office/drawing/2014/main" id="{2D095900-A497-4E87-8F3F-B24542A2B166}"/>
              </a:ext>
            </a:extLst>
          </p:cNvPr>
          <p:cNvSpPr>
            <a:spLocks xmlns:a="http://schemas.openxmlformats.org/drawingml/2006/main" noGrp="1"/>
          </p:cNvSpPr>
          <p:nvPr/>
        </p:nvSpPr>
        <p:spPr>
          <a:xfrm xmlns:a="http://schemas.openxmlformats.org/drawingml/2006/main">
            <a:off x="3228975" y="2466975"/>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800" b="0">
                <a:solidFill>
                  <a:srgbClr val="64777E"/>
                </a:solidFill>
                <a:latin typeface="Arial Unicode MS"/>
                <a:ea typeface="Arial Unicode MS"/>
                <a:cs typeface="Arial Unicode MS"/>
              </a:defRPr>
            </a:defPPr>
            <a:lvl1pPr algn="l">
              <a:buNone/>
              <a:defRPr sz="1800" b="0">
                <a:solidFill>
                  <a:srgbClr val="64777E"/>
                </a:solidFill>
                <a:latin typeface="Arial Unicode MS"/>
                <a:ea typeface="Arial Unicode MS"/>
                <a:cs typeface="Arial Unicode MS"/>
              </a:defRPr>
            </a:lvl1pPr>
            <a:lvl2pPr algn="l">
              <a:buNone/>
              <a:defRPr sz="1800" b="0">
                <a:solidFill>
                  <a:srgbClr val="64777E"/>
                </a:solidFill>
                <a:latin typeface="Arial Unicode MS"/>
                <a:ea typeface="Arial Unicode MS"/>
                <a:cs typeface="Arial Unicode MS"/>
              </a:defRPr>
            </a:lvl2pPr>
            <a:lvl3pPr algn="l">
              <a:buNone/>
              <a:defRPr sz="1800" b="0">
                <a:solidFill>
                  <a:srgbClr val="64777E"/>
                </a:solidFill>
                <a:latin typeface="Arial Unicode MS"/>
                <a:ea typeface="Arial Unicode MS"/>
                <a:cs typeface="Arial Unicode MS"/>
              </a:defRPr>
            </a:lvl3pPr>
            <a:lvl4pPr algn="l">
              <a:buNone/>
              <a:defRPr sz="1800" b="0">
                <a:solidFill>
                  <a:srgbClr val="64777E"/>
                </a:solidFill>
                <a:latin typeface="Arial Unicode MS"/>
                <a:ea typeface="Arial Unicode MS"/>
                <a:cs typeface="Arial Unicode MS"/>
              </a:defRPr>
            </a:lvl4pPr>
            <a:lvl5pPr algn="l">
              <a:buNone/>
              <a:defRPr sz="1800" b="0">
                <a:solidFill>
                  <a:srgbClr val="64777E"/>
                </a:solidFill>
                <a:latin typeface="Arial Unicode MS"/>
                <a:ea typeface="Arial Unicode MS"/>
                <a:cs typeface="Arial Unicode MS"/>
              </a:defRPr>
            </a:lvl5pPr>
            <a:lvl6pPr algn="l">
              <a:buNone/>
              <a:defRPr sz="1800" b="0">
                <a:solidFill>
                  <a:srgbClr val="64777E"/>
                </a:solidFill>
                <a:latin typeface="Arial Unicode MS"/>
                <a:ea typeface="Arial Unicode MS"/>
                <a:cs typeface="Arial Unicode MS"/>
              </a:defRPr>
            </a:lvl6pPr>
            <a:lvl7pPr algn="l">
              <a:buNone/>
              <a:defRPr sz="1800" b="0">
                <a:solidFill>
                  <a:srgbClr val="64777E"/>
                </a:solidFill>
                <a:latin typeface="Arial Unicode MS"/>
                <a:ea typeface="Arial Unicode MS"/>
                <a:cs typeface="Arial Unicode MS"/>
              </a:defRPr>
            </a:lvl7pPr>
            <a:lvl8pPr algn="l">
              <a:buNone/>
              <a:defRPr sz="1800" b="0">
                <a:solidFill>
                  <a:srgbClr val="64777E"/>
                </a:solidFill>
                <a:latin typeface="Arial Unicode MS"/>
                <a:ea typeface="Arial Unicode MS"/>
                <a:cs typeface="Arial Unicode MS"/>
              </a:defRPr>
            </a:lvl8pPr>
            <a:lvl9pPr algn="l">
              <a:buNone/>
              <a:defRPr sz="1800" b="0">
                <a:solidFill>
                  <a:srgbClr val="64777E"/>
                </a:solidFill>
                <a:latin typeface="Arial Unicode MS"/>
                <a:ea typeface="Arial Unicode MS"/>
                <a:cs typeface="Arial Unicode MS"/>
              </a:defRPr>
            </a:lvl9pPr>
          </a:lstStyle>
          <a:p xmlns:a="http://schemas.openxmlformats.org/drawingml/2006/main">
            <a:pPr algn="l">
              <a:buNone/>
              <a:defRPr sz="1800" b="0">
                <a:solidFill>
                  <a:srgbClr val="64777E"/>
                </a:solidFill>
                <a:latin typeface="Arial Unicode MS"/>
                <a:ea typeface="Arial Unicode MS"/>
                <a:cs typeface="Arial Unicode MS"/>
              </a:defRPr>
            </a:pPr>
            <a:r>
              <a:rPr sz="1800" b="0">
                <a:solidFill>
                  <a:srgbClr val="64777E"/>
                </a:solidFill>
                <a:latin typeface="Arial Unicode MS"/>
                <a:ea typeface="Arial Unicode MS"/>
                <a:cs typeface="Arial Unicode MS"/>
              </a:rPr>
              <a:t>승인 요구</a:t>
            </a:r>
          </a:p>
        </p:txBody>
      </p:sp>
      <p:sp>
        <p:nvSpPr>
          <p:cNvPr id="7" name="result-column-2">
            <a:extLst xmlns:a="http://schemas.openxmlformats.org/drawingml/2006/main">
              <a:ext uri="{FF2B5EF4-FFF2-40B4-BE49-F238E27FC236}">
                <a16:creationId xmlns:a16="http://schemas.microsoft.com/office/drawing/2014/main" id="{A8E75845-AE72-41B7-8326-AF60475ED616}"/>
              </a:ext>
            </a:extLst>
          </p:cNvPr>
          <p:cNvSpPr>
            <a:spLocks xmlns:a="http://schemas.openxmlformats.org/drawingml/2006/main" noGrp="1"/>
          </p:cNvSpPr>
          <p:nvPr/>
        </p:nvSpPr>
        <p:spPr>
          <a:xfrm xmlns:a="http://schemas.openxmlformats.org/drawingml/2006/main">
            <a:off x="5705475" y="2466975"/>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800" b="0">
                <a:solidFill>
                  <a:srgbClr val="64777E"/>
                </a:solidFill>
                <a:latin typeface="Arial Unicode MS"/>
                <a:ea typeface="Arial Unicode MS"/>
                <a:cs typeface="Arial Unicode MS"/>
              </a:defRPr>
            </a:defPPr>
            <a:lvl1pPr algn="l">
              <a:buNone/>
              <a:defRPr sz="1800" b="0">
                <a:solidFill>
                  <a:srgbClr val="64777E"/>
                </a:solidFill>
                <a:latin typeface="Arial Unicode MS"/>
                <a:ea typeface="Arial Unicode MS"/>
                <a:cs typeface="Arial Unicode MS"/>
              </a:defRPr>
            </a:lvl1pPr>
            <a:lvl2pPr algn="l">
              <a:buNone/>
              <a:defRPr sz="1800" b="0">
                <a:solidFill>
                  <a:srgbClr val="64777E"/>
                </a:solidFill>
                <a:latin typeface="Arial Unicode MS"/>
                <a:ea typeface="Arial Unicode MS"/>
                <a:cs typeface="Arial Unicode MS"/>
              </a:defRPr>
            </a:lvl2pPr>
            <a:lvl3pPr algn="l">
              <a:buNone/>
              <a:defRPr sz="1800" b="0">
                <a:solidFill>
                  <a:srgbClr val="64777E"/>
                </a:solidFill>
                <a:latin typeface="Arial Unicode MS"/>
                <a:ea typeface="Arial Unicode MS"/>
                <a:cs typeface="Arial Unicode MS"/>
              </a:defRPr>
            </a:lvl3pPr>
            <a:lvl4pPr algn="l">
              <a:buNone/>
              <a:defRPr sz="1800" b="0">
                <a:solidFill>
                  <a:srgbClr val="64777E"/>
                </a:solidFill>
                <a:latin typeface="Arial Unicode MS"/>
                <a:ea typeface="Arial Unicode MS"/>
                <a:cs typeface="Arial Unicode MS"/>
              </a:defRPr>
            </a:lvl4pPr>
            <a:lvl5pPr algn="l">
              <a:buNone/>
              <a:defRPr sz="1800" b="0">
                <a:solidFill>
                  <a:srgbClr val="64777E"/>
                </a:solidFill>
                <a:latin typeface="Arial Unicode MS"/>
                <a:ea typeface="Arial Unicode MS"/>
                <a:cs typeface="Arial Unicode MS"/>
              </a:defRPr>
            </a:lvl5pPr>
            <a:lvl6pPr algn="l">
              <a:buNone/>
              <a:defRPr sz="1800" b="0">
                <a:solidFill>
                  <a:srgbClr val="64777E"/>
                </a:solidFill>
                <a:latin typeface="Arial Unicode MS"/>
                <a:ea typeface="Arial Unicode MS"/>
                <a:cs typeface="Arial Unicode MS"/>
              </a:defRPr>
            </a:lvl6pPr>
            <a:lvl7pPr algn="l">
              <a:buNone/>
              <a:defRPr sz="1800" b="0">
                <a:solidFill>
                  <a:srgbClr val="64777E"/>
                </a:solidFill>
                <a:latin typeface="Arial Unicode MS"/>
                <a:ea typeface="Arial Unicode MS"/>
                <a:cs typeface="Arial Unicode MS"/>
              </a:defRPr>
            </a:lvl7pPr>
            <a:lvl8pPr algn="l">
              <a:buNone/>
              <a:defRPr sz="1800" b="0">
                <a:solidFill>
                  <a:srgbClr val="64777E"/>
                </a:solidFill>
                <a:latin typeface="Arial Unicode MS"/>
                <a:ea typeface="Arial Unicode MS"/>
                <a:cs typeface="Arial Unicode MS"/>
              </a:defRPr>
            </a:lvl8pPr>
            <a:lvl9pPr algn="l">
              <a:buNone/>
              <a:defRPr sz="1800" b="0">
                <a:solidFill>
                  <a:srgbClr val="64777E"/>
                </a:solidFill>
                <a:latin typeface="Arial Unicode MS"/>
                <a:ea typeface="Arial Unicode MS"/>
                <a:cs typeface="Arial Unicode MS"/>
              </a:defRPr>
            </a:lvl9pPr>
          </a:lstStyle>
          <a:p xmlns:a="http://schemas.openxmlformats.org/drawingml/2006/main">
            <a:pPr algn="l">
              <a:buNone/>
              <a:defRPr sz="1800" b="0">
                <a:solidFill>
                  <a:srgbClr val="64777E"/>
                </a:solidFill>
                <a:latin typeface="Arial Unicode MS"/>
                <a:ea typeface="Arial Unicode MS"/>
                <a:cs typeface="Arial Unicode MS"/>
              </a:defRPr>
            </a:pPr>
            <a:r>
              <a:rPr sz="1800" b="0">
                <a:solidFill>
                  <a:srgbClr val="64777E"/>
                </a:solidFill>
                <a:latin typeface="Arial Unicode MS"/>
                <a:ea typeface="Arial Unicode MS"/>
                <a:cs typeface="Arial Unicode MS"/>
              </a:rPr>
              <a:t>내부 인계</a:t>
            </a:r>
          </a:p>
        </p:txBody>
      </p:sp>
      <p:sp>
        <p:nvSpPr>
          <p:cNvPr id="8" name="result-column-3">
            <a:extLst xmlns:a="http://schemas.openxmlformats.org/drawingml/2006/main">
              <a:ext uri="{FF2B5EF4-FFF2-40B4-BE49-F238E27FC236}">
                <a16:creationId xmlns:a16="http://schemas.microsoft.com/office/drawing/2014/main" id="{14B74D5F-F457-43A9-B79D-EE6829724B4D}"/>
              </a:ext>
            </a:extLst>
          </p:cNvPr>
          <p:cNvSpPr>
            <a:spLocks xmlns:a="http://schemas.openxmlformats.org/drawingml/2006/main" noGrp="1"/>
          </p:cNvSpPr>
          <p:nvPr/>
        </p:nvSpPr>
        <p:spPr>
          <a:xfrm xmlns:a="http://schemas.openxmlformats.org/drawingml/2006/main">
            <a:off x="8181975" y="2466975"/>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800" b="0">
                <a:solidFill>
                  <a:srgbClr val="64777E"/>
                </a:solidFill>
                <a:latin typeface="Arial Unicode MS"/>
                <a:ea typeface="Arial Unicode MS"/>
                <a:cs typeface="Arial Unicode MS"/>
              </a:defRPr>
            </a:defPPr>
            <a:lvl1pPr algn="l">
              <a:buNone/>
              <a:defRPr sz="1800" b="0">
                <a:solidFill>
                  <a:srgbClr val="64777E"/>
                </a:solidFill>
                <a:latin typeface="Arial Unicode MS"/>
                <a:ea typeface="Arial Unicode MS"/>
                <a:cs typeface="Arial Unicode MS"/>
              </a:defRPr>
            </a:lvl1pPr>
            <a:lvl2pPr algn="l">
              <a:buNone/>
              <a:defRPr sz="1800" b="0">
                <a:solidFill>
                  <a:srgbClr val="64777E"/>
                </a:solidFill>
                <a:latin typeface="Arial Unicode MS"/>
                <a:ea typeface="Arial Unicode MS"/>
                <a:cs typeface="Arial Unicode MS"/>
              </a:defRPr>
            </a:lvl2pPr>
            <a:lvl3pPr algn="l">
              <a:buNone/>
              <a:defRPr sz="1800" b="0">
                <a:solidFill>
                  <a:srgbClr val="64777E"/>
                </a:solidFill>
                <a:latin typeface="Arial Unicode MS"/>
                <a:ea typeface="Arial Unicode MS"/>
                <a:cs typeface="Arial Unicode MS"/>
              </a:defRPr>
            </a:lvl3pPr>
            <a:lvl4pPr algn="l">
              <a:buNone/>
              <a:defRPr sz="1800" b="0">
                <a:solidFill>
                  <a:srgbClr val="64777E"/>
                </a:solidFill>
                <a:latin typeface="Arial Unicode MS"/>
                <a:ea typeface="Arial Unicode MS"/>
                <a:cs typeface="Arial Unicode MS"/>
              </a:defRPr>
            </a:lvl4pPr>
            <a:lvl5pPr algn="l">
              <a:buNone/>
              <a:defRPr sz="1800" b="0">
                <a:solidFill>
                  <a:srgbClr val="64777E"/>
                </a:solidFill>
                <a:latin typeface="Arial Unicode MS"/>
                <a:ea typeface="Arial Unicode MS"/>
                <a:cs typeface="Arial Unicode MS"/>
              </a:defRPr>
            </a:lvl5pPr>
            <a:lvl6pPr algn="l">
              <a:buNone/>
              <a:defRPr sz="1800" b="0">
                <a:solidFill>
                  <a:srgbClr val="64777E"/>
                </a:solidFill>
                <a:latin typeface="Arial Unicode MS"/>
                <a:ea typeface="Arial Unicode MS"/>
                <a:cs typeface="Arial Unicode MS"/>
              </a:defRPr>
            </a:lvl6pPr>
            <a:lvl7pPr algn="l">
              <a:buNone/>
              <a:defRPr sz="1800" b="0">
                <a:solidFill>
                  <a:srgbClr val="64777E"/>
                </a:solidFill>
                <a:latin typeface="Arial Unicode MS"/>
                <a:ea typeface="Arial Unicode MS"/>
                <a:cs typeface="Arial Unicode MS"/>
              </a:defRPr>
            </a:lvl7pPr>
            <a:lvl8pPr algn="l">
              <a:buNone/>
              <a:defRPr sz="1800" b="0">
                <a:solidFill>
                  <a:srgbClr val="64777E"/>
                </a:solidFill>
                <a:latin typeface="Arial Unicode MS"/>
                <a:ea typeface="Arial Unicode MS"/>
                <a:cs typeface="Arial Unicode MS"/>
              </a:defRPr>
            </a:lvl8pPr>
            <a:lvl9pPr algn="l">
              <a:buNone/>
              <a:defRPr sz="1800" b="0">
                <a:solidFill>
                  <a:srgbClr val="64777E"/>
                </a:solidFill>
                <a:latin typeface="Arial Unicode MS"/>
                <a:ea typeface="Arial Unicode MS"/>
                <a:cs typeface="Arial Unicode MS"/>
              </a:defRPr>
            </a:lvl9pPr>
          </a:lstStyle>
          <a:p xmlns:a="http://schemas.openxmlformats.org/drawingml/2006/main">
            <a:pPr algn="l">
              <a:buNone/>
              <a:defRPr sz="1800" b="0">
                <a:solidFill>
                  <a:srgbClr val="64777E"/>
                </a:solidFill>
                <a:latin typeface="Arial Unicode MS"/>
                <a:ea typeface="Arial Unicode MS"/>
                <a:cs typeface="Arial Unicode MS"/>
              </a:defRPr>
            </a:pPr>
            <a:r>
              <a:rPr sz="1800" b="0">
                <a:solidFill>
                  <a:srgbClr val="64777E"/>
                </a:solidFill>
                <a:latin typeface="Arial Unicode MS"/>
                <a:ea typeface="Arial Unicode MS"/>
                <a:cs typeface="Arial Unicode MS"/>
              </a:rPr>
              <a:t>검토 결과</a:t>
            </a:r>
          </a:p>
        </p:txBody>
      </p:sp>
      <p:pic>
        <p:nvPicPr>
          <p:cNvPr id="9" name="">
            <a:extLst xmlns:a="http://schemas.openxmlformats.org/drawingml/2006/main">
              <a:ext uri="{FF2B5EF4-FFF2-40B4-BE49-F238E27FC236}">
                <a16:creationId xmlns:a16="http://schemas.microsoft.com/office/drawing/2014/main" id="{533205CD-BF95-47F8-A1BE-4DC4FD9BF901}"/>
              </a:ext>
            </a:extLst>
          </p:cNvPr>
          <p:cNvPicPr>
            <a:picLocks xmlns:a="http://schemas.openxmlformats.org/drawingml/2006/main" noChangeAspect="1"/>
          </p:cNvPicPr>
          <p:nvPr/>
        </p:nvPicPr>
        <p:blipFill>
          <a:blip xmlns:r="http://schemas.openxmlformats.org/officeDocument/2006/relationships" xmlns:a="http://schemas.openxmlformats.org/drawingml/2006/main" r:embed="Re9ea902f99994223"/>
          <a:srcRect xmlns:a="http://schemas.openxmlformats.org/drawingml/2006/main" l="5354" t="47791" r="6310" b="33467"/>
          <a:stretch xmlns:a="http://schemas.openxmlformats.org/drawingml/2006/main"/>
        </p:blipFill>
        <p:spPr>
          <a:xfrm xmlns:a="http://schemas.openxmlformats.org/drawingml/2006/main">
            <a:off x="609600" y="2857500"/>
            <a:ext cx="10058400" cy="3048000"/>
          </a:xfrm>
          <a:prstGeom xmlns:a="http://schemas.openxmlformats.org/drawingml/2006/main" prst="rect">
            <a:avLst/>
          </a:prstGeom>
        </p:spPr>
      </p:pic>
      <p:sp>
        <p:nvSpPr>
          <p:cNvPr id="12" name="scope">
            <a:extLst xmlns:a="http://schemas.openxmlformats.org/drawingml/2006/main">
              <a:ext uri="{FF2B5EF4-FFF2-40B4-BE49-F238E27FC236}">
                <a16:creationId xmlns:a16="http://schemas.microsoft.com/office/drawing/2014/main" id="{FA3F26B2-BBA8-4A77-A214-2B767AC0E31A}"/>
              </a:ext>
            </a:extLst>
          </p:cNvPr>
          <p:cNvSpPr>
            <a:spLocks xmlns:a="http://schemas.openxmlformats.org/drawingml/2006/main" noGrp="1"/>
          </p:cNvSpPr>
          <p:nvPr/>
        </p:nvSpPr>
        <p:spPr>
          <a:xfrm xmlns:a="http://schemas.openxmlformats.org/drawingml/2006/main">
            <a:off x="609600" y="6019800"/>
            <a:ext cx="104775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가상 문서의 차이 확인이며 설계 승인 결과가 아닙니다.</a:t>
            </a:r>
          </a:p>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현업 적용 전 실제 문서 평가와 승인 이력 연동이 필요합니다.</a:t>
            </a:r>
          </a:p>
        </p:txBody>
      </p:sp>
    </p:spTree>
    <p:extLst>
      <p:ext uri="{BB962C8B-B14F-4D97-AF65-F5344CB8AC3E}">
        <p14:creationId xmlns:p14="http://schemas.microsoft.com/office/powerpoint/2010/main" val="114792530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heading">
            <a:extLst xmlns:a="http://schemas.openxmlformats.org/drawingml/2006/main">
              <a:ext uri="{FF2B5EF4-FFF2-40B4-BE49-F238E27FC236}">
                <a16:creationId xmlns:a16="http://schemas.microsoft.com/office/drawing/2014/main" id="{778BE979-1EEA-403E-A08F-DF9D1798EBD3}"/>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3300" b="1">
                <a:solidFill>
                  <a:srgbClr val="173C46"/>
                </a:solidFill>
                <a:latin typeface="Arial Unicode MS"/>
                <a:ea typeface="Arial Unicode MS"/>
                <a:cs typeface="Arial Unicode MS"/>
              </a:defRPr>
            </a:defPPr>
            <a:lvl1pPr algn="l">
              <a:buNone/>
              <a:defRPr sz="3300" b="1">
                <a:solidFill>
                  <a:srgbClr val="173C46"/>
                </a:solidFill>
                <a:latin typeface="Arial Unicode MS"/>
                <a:ea typeface="Arial Unicode MS"/>
                <a:cs typeface="Arial Unicode MS"/>
              </a:defRPr>
            </a:lvl1pPr>
            <a:lvl2pPr algn="l">
              <a:buNone/>
              <a:defRPr sz="3300" b="1">
                <a:solidFill>
                  <a:srgbClr val="173C46"/>
                </a:solidFill>
                <a:latin typeface="Arial Unicode MS"/>
                <a:ea typeface="Arial Unicode MS"/>
                <a:cs typeface="Arial Unicode MS"/>
              </a:defRPr>
            </a:lvl2pPr>
            <a:lvl3pPr algn="l">
              <a:buNone/>
              <a:defRPr sz="3300" b="1">
                <a:solidFill>
                  <a:srgbClr val="173C46"/>
                </a:solidFill>
                <a:latin typeface="Arial Unicode MS"/>
                <a:ea typeface="Arial Unicode MS"/>
                <a:cs typeface="Arial Unicode MS"/>
              </a:defRPr>
            </a:lvl3pPr>
            <a:lvl4pPr algn="l">
              <a:buNone/>
              <a:defRPr sz="3300" b="1">
                <a:solidFill>
                  <a:srgbClr val="173C46"/>
                </a:solidFill>
                <a:latin typeface="Arial Unicode MS"/>
                <a:ea typeface="Arial Unicode MS"/>
                <a:cs typeface="Arial Unicode MS"/>
              </a:defRPr>
            </a:lvl4pPr>
            <a:lvl5pPr algn="l">
              <a:buNone/>
              <a:defRPr sz="3300" b="1">
                <a:solidFill>
                  <a:srgbClr val="173C46"/>
                </a:solidFill>
                <a:latin typeface="Arial Unicode MS"/>
                <a:ea typeface="Arial Unicode MS"/>
                <a:cs typeface="Arial Unicode MS"/>
              </a:defRPr>
            </a:lvl5pPr>
            <a:lvl6pPr algn="l">
              <a:buNone/>
              <a:defRPr sz="3300" b="1">
                <a:solidFill>
                  <a:srgbClr val="173C46"/>
                </a:solidFill>
                <a:latin typeface="Arial Unicode MS"/>
                <a:ea typeface="Arial Unicode MS"/>
                <a:cs typeface="Arial Unicode MS"/>
              </a:defRPr>
            </a:lvl6pPr>
            <a:lvl7pPr algn="l">
              <a:buNone/>
              <a:defRPr sz="3300" b="1">
                <a:solidFill>
                  <a:srgbClr val="173C46"/>
                </a:solidFill>
                <a:latin typeface="Arial Unicode MS"/>
                <a:ea typeface="Arial Unicode MS"/>
                <a:cs typeface="Arial Unicode MS"/>
              </a:defRPr>
            </a:lvl7pPr>
            <a:lvl8pPr algn="l">
              <a:buNone/>
              <a:defRPr sz="3300" b="1">
                <a:solidFill>
                  <a:srgbClr val="173C46"/>
                </a:solidFill>
                <a:latin typeface="Arial Unicode MS"/>
                <a:ea typeface="Arial Unicode MS"/>
                <a:cs typeface="Arial Unicode MS"/>
              </a:defRPr>
            </a:lvl8pPr>
            <a:lvl9pPr algn="l">
              <a:buNone/>
              <a:defRPr sz="3300" b="1">
                <a:solidFill>
                  <a:srgbClr val="173C46"/>
                </a:solidFill>
                <a:latin typeface="Arial Unicode MS"/>
                <a:ea typeface="Arial Unicode MS"/>
                <a:cs typeface="Arial Unicode MS"/>
              </a:defRPr>
            </a:lvl9pPr>
          </a:lstStyle>
          <a:p xmlns:a="http://schemas.openxmlformats.org/drawingml/2006/main">
            <a:pPr algn="l">
              <a:buNone/>
              <a:defRPr sz="3300" b="1">
                <a:solidFill>
                  <a:srgbClr val="173C46"/>
                </a:solidFill>
                <a:latin typeface="Arial Unicode MS"/>
                <a:ea typeface="Arial Unicode MS"/>
                <a:cs typeface="Arial Unicode MS"/>
              </a:defRPr>
            </a:pPr>
            <a:r>
              <a:rPr sz="3300" b="1">
                <a:solidFill>
                  <a:srgbClr val="173C46"/>
                </a:solidFill>
                <a:latin typeface="Arial Unicode MS"/>
                <a:ea typeface="Arial Unicode MS"/>
                <a:cs typeface="Arial Unicode MS"/>
              </a:rPr>
              <a:t>Agent 실행 흐름과 호출 제어</a:t>
            </a:r>
          </a:p>
        </p:txBody>
      </p:sp>
      <p:sp>
        <p:nvSpPr>
          <p:cNvPr id="2" name="source">
            <a:extLst xmlns:a="http://schemas.openxmlformats.org/drawingml/2006/main">
              <a:ext uri="{FF2B5EF4-FFF2-40B4-BE49-F238E27FC236}">
                <a16:creationId xmlns:a16="http://schemas.microsoft.com/office/drawing/2014/main" id="{16EA6D94-F1A3-427F-BC0F-D957062CB038}"/>
              </a:ext>
            </a:extLst>
          </p:cNvPr>
          <p:cNvSpPr>
            <a:spLocks xmlns:a="http://schemas.openxmlformats.org/drawingml/2006/main" noGrp="1"/>
          </p:cNvSpPr>
          <p:nvPr/>
        </p:nvSpPr>
        <p:spPr>
          <a:xfrm xmlns:a="http://schemas.openxmlformats.org/drawingml/2006/main">
            <a:off x="609600" y="13144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extraction_agent.py · extract_upload / call · 607–614행 발췌, 613행 주석 생략</a:t>
            </a:r>
          </a:p>
        </p:txBody>
      </p:sp>
      <p:sp>
        <p:nvSpPr>
          <p:cNvPr id="3" name="page">
            <a:extLst xmlns:a="http://schemas.openxmlformats.org/drawingml/2006/main">
              <a:ext uri="{FF2B5EF4-FFF2-40B4-BE49-F238E27FC236}">
                <a16:creationId xmlns:a16="http://schemas.microsoft.com/office/drawing/2014/main" id="{D803F176-077E-49C4-B3B4-02BFA006F383}"/>
              </a:ext>
            </a:extLst>
          </p:cNvPr>
          <p:cNvSpPr>
            <a:spLocks xmlns:a="http://schemas.openxmlformats.org/drawingml/2006/main" noGrp="1"/>
          </p:cNvSpPr>
          <p:nvPr/>
        </p:nvSpPr>
        <p:spPr>
          <a:xfrm xmlns:a="http://schemas.openxmlformats.org/drawingml/2006/main">
            <a:off x="11049000" y="641032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350" b="0">
                <a:solidFill>
                  <a:srgbClr val="64777E"/>
                </a:solidFill>
                <a:latin typeface="Arial Unicode MS"/>
                <a:ea typeface="Arial Unicode MS"/>
                <a:cs typeface="Arial Unicode MS"/>
              </a:defRPr>
            </a:defPPr>
            <a:lvl1pPr algn="l">
              <a:buNone/>
              <a:defRPr sz="1350" b="0">
                <a:solidFill>
                  <a:srgbClr val="64777E"/>
                </a:solidFill>
                <a:latin typeface="Arial Unicode MS"/>
                <a:ea typeface="Arial Unicode MS"/>
                <a:cs typeface="Arial Unicode MS"/>
              </a:defRPr>
            </a:lvl1pPr>
            <a:lvl2pPr algn="l">
              <a:buNone/>
              <a:defRPr sz="1350" b="0">
                <a:solidFill>
                  <a:srgbClr val="64777E"/>
                </a:solidFill>
                <a:latin typeface="Arial Unicode MS"/>
                <a:ea typeface="Arial Unicode MS"/>
                <a:cs typeface="Arial Unicode MS"/>
              </a:defRPr>
            </a:lvl2pPr>
            <a:lvl3pPr algn="l">
              <a:buNone/>
              <a:defRPr sz="1350" b="0">
                <a:solidFill>
                  <a:srgbClr val="64777E"/>
                </a:solidFill>
                <a:latin typeface="Arial Unicode MS"/>
                <a:ea typeface="Arial Unicode MS"/>
                <a:cs typeface="Arial Unicode MS"/>
              </a:defRPr>
            </a:lvl3pPr>
            <a:lvl4pPr algn="l">
              <a:buNone/>
              <a:defRPr sz="1350" b="0">
                <a:solidFill>
                  <a:srgbClr val="64777E"/>
                </a:solidFill>
                <a:latin typeface="Arial Unicode MS"/>
                <a:ea typeface="Arial Unicode MS"/>
                <a:cs typeface="Arial Unicode MS"/>
              </a:defRPr>
            </a:lvl4pPr>
            <a:lvl5pPr algn="l">
              <a:buNone/>
              <a:defRPr sz="1350" b="0">
                <a:solidFill>
                  <a:srgbClr val="64777E"/>
                </a:solidFill>
                <a:latin typeface="Arial Unicode MS"/>
                <a:ea typeface="Arial Unicode MS"/>
                <a:cs typeface="Arial Unicode MS"/>
              </a:defRPr>
            </a:lvl5pPr>
            <a:lvl6pPr algn="l">
              <a:buNone/>
              <a:defRPr sz="1350" b="0">
                <a:solidFill>
                  <a:srgbClr val="64777E"/>
                </a:solidFill>
                <a:latin typeface="Arial Unicode MS"/>
                <a:ea typeface="Arial Unicode MS"/>
                <a:cs typeface="Arial Unicode MS"/>
              </a:defRPr>
            </a:lvl6pPr>
            <a:lvl7pPr algn="l">
              <a:buNone/>
              <a:defRPr sz="1350" b="0">
                <a:solidFill>
                  <a:srgbClr val="64777E"/>
                </a:solidFill>
                <a:latin typeface="Arial Unicode MS"/>
                <a:ea typeface="Arial Unicode MS"/>
                <a:cs typeface="Arial Unicode MS"/>
              </a:defRPr>
            </a:lvl7pPr>
            <a:lvl8pPr algn="l">
              <a:buNone/>
              <a:defRPr sz="1350" b="0">
                <a:solidFill>
                  <a:srgbClr val="64777E"/>
                </a:solidFill>
                <a:latin typeface="Arial Unicode MS"/>
                <a:ea typeface="Arial Unicode MS"/>
                <a:cs typeface="Arial Unicode MS"/>
              </a:defRPr>
            </a:lvl8pPr>
            <a:lvl9pPr algn="l">
              <a:buNone/>
              <a:defRPr sz="1350" b="0">
                <a:solidFill>
                  <a:srgbClr val="64777E"/>
                </a:solidFill>
                <a:latin typeface="Arial Unicode MS"/>
                <a:ea typeface="Arial Unicode MS"/>
                <a:cs typeface="Arial Unicode MS"/>
              </a:defRPr>
            </a:lvl9pPr>
          </a:lstStyle>
          <a:p xmlns:a="http://schemas.openxmlformats.org/drawingml/2006/main">
            <a:pPr algn="l">
              <a:buNone/>
              <a:defRPr sz="1350" b="0">
                <a:solidFill>
                  <a:srgbClr val="64777E"/>
                </a:solidFill>
                <a:latin typeface="Arial Unicode MS"/>
                <a:ea typeface="Arial Unicode MS"/>
                <a:cs typeface="Arial Unicode MS"/>
              </a:defRPr>
            </a:pPr>
            <a:r>
              <a:rPr sz="1350" b="0">
                <a:solidFill>
                  <a:srgbClr val="64777E"/>
                </a:solidFill>
                <a:latin typeface="Arial Unicode MS"/>
                <a:ea typeface="Arial Unicode MS"/>
                <a:cs typeface="Arial Unicode MS"/>
              </a:rPr>
              <a:t>05</a:t>
            </a:r>
          </a:p>
        </p:txBody>
      </p:sp>
      <p:pic>
        <p:nvPicPr>
          <p:cNvPr id="4" name="">
            <a:extLst xmlns:a="http://schemas.openxmlformats.org/drawingml/2006/main">
              <a:ext uri="{FF2B5EF4-FFF2-40B4-BE49-F238E27FC236}">
                <a16:creationId xmlns:a16="http://schemas.microsoft.com/office/drawing/2014/main" id="{EED4F82F-EF1D-4E70-BE13-EBFDAA3EC494}"/>
              </a:ext>
            </a:extLst>
          </p:cNvPr>
          <p:cNvPicPr>
            <a:picLocks xmlns:a="http://schemas.openxmlformats.org/drawingml/2006/main" noChangeAspect="1"/>
          </p:cNvPicPr>
          <p:nvPr/>
        </p:nvPicPr>
        <p:blipFill>
          <a:blip xmlns:r="http://schemas.openxmlformats.org/officeDocument/2006/relationships" xmlns:a="http://schemas.openxmlformats.org/drawingml/2006/main" r:embed="R72718beef9e24823"/>
          <a:srcRect xmlns:a="http://schemas.openxmlformats.org/drawingml/2006/main" l="0" t="18000" r="0" b="44000"/>
          <a:stretch xmlns:a="http://schemas.openxmlformats.org/drawingml/2006/main"/>
        </p:blipFill>
        <p:spPr>
          <a:xfrm xmlns:a="http://schemas.openxmlformats.org/drawingml/2006/main">
            <a:off x="609600" y="1676400"/>
            <a:ext cx="8572500" cy="2171700"/>
          </a:xfrm>
          <a:prstGeom xmlns:a="http://schemas.openxmlformats.org/drawingml/2006/main" prst="rect">
            <a:avLst/>
          </a:prstGeom>
        </p:spPr>
      </p:pic>
      <p:sp>
        <p:nvSpPr>
          <p:cNvPr id="5" name="code">
            <a:extLst xmlns:a="http://schemas.openxmlformats.org/drawingml/2006/main">
              <a:ext uri="{FF2B5EF4-FFF2-40B4-BE49-F238E27FC236}">
                <a16:creationId xmlns:a16="http://schemas.microsoft.com/office/drawing/2014/main" id="{82999F6E-3322-43EE-8D50-00BC8B80AB71}"/>
              </a:ext>
            </a:extLst>
          </p:cNvPr>
          <p:cNvSpPr>
            <a:spLocks xmlns:a="http://schemas.openxmlformats.org/drawingml/2006/main" noGrp="1"/>
          </p:cNvSpPr>
          <p:nvPr/>
        </p:nvSpPr>
        <p:spPr>
          <a:xfrm xmlns:a="http://schemas.openxmlformats.org/drawingml/2006/main">
            <a:off x="609600" y="4038600"/>
            <a:ext cx="10972800"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800" b="0">
                <a:solidFill>
                  <a:srgbClr val="173C46"/>
                </a:solidFill>
                <a:latin typeface="Arial Unicode MS"/>
                <a:ea typeface="Arial Unicode MS"/>
                <a:cs typeface="Arial Unicode MS"/>
              </a:defRPr>
            </a:defPPr>
            <a:lvl1pPr algn="l">
              <a:buNone/>
              <a:defRPr sz="1800" b="0">
                <a:solidFill>
                  <a:srgbClr val="173C46"/>
                </a:solidFill>
                <a:latin typeface="Arial Unicode MS"/>
                <a:ea typeface="Arial Unicode MS"/>
                <a:cs typeface="Arial Unicode MS"/>
              </a:defRPr>
            </a:lvl1pPr>
            <a:lvl2pPr algn="l">
              <a:buNone/>
              <a:defRPr sz="1800" b="0">
                <a:solidFill>
                  <a:srgbClr val="173C46"/>
                </a:solidFill>
                <a:latin typeface="Arial Unicode MS"/>
                <a:ea typeface="Arial Unicode MS"/>
                <a:cs typeface="Arial Unicode MS"/>
              </a:defRPr>
            </a:lvl2pPr>
            <a:lvl3pPr algn="l">
              <a:buNone/>
              <a:defRPr sz="1800" b="0">
                <a:solidFill>
                  <a:srgbClr val="173C46"/>
                </a:solidFill>
                <a:latin typeface="Arial Unicode MS"/>
                <a:ea typeface="Arial Unicode MS"/>
                <a:cs typeface="Arial Unicode MS"/>
              </a:defRPr>
            </a:lvl3pPr>
            <a:lvl4pPr algn="l">
              <a:buNone/>
              <a:defRPr sz="1800" b="0">
                <a:solidFill>
                  <a:srgbClr val="173C46"/>
                </a:solidFill>
                <a:latin typeface="Arial Unicode MS"/>
                <a:ea typeface="Arial Unicode MS"/>
                <a:cs typeface="Arial Unicode MS"/>
              </a:defRPr>
            </a:lvl4pPr>
            <a:lvl5pPr algn="l">
              <a:buNone/>
              <a:defRPr sz="1800" b="0">
                <a:solidFill>
                  <a:srgbClr val="173C46"/>
                </a:solidFill>
                <a:latin typeface="Arial Unicode MS"/>
                <a:ea typeface="Arial Unicode MS"/>
                <a:cs typeface="Arial Unicode MS"/>
              </a:defRPr>
            </a:lvl5pPr>
            <a:lvl6pPr algn="l">
              <a:buNone/>
              <a:defRPr sz="1800" b="0">
                <a:solidFill>
                  <a:srgbClr val="173C46"/>
                </a:solidFill>
                <a:latin typeface="Arial Unicode MS"/>
                <a:ea typeface="Arial Unicode MS"/>
                <a:cs typeface="Arial Unicode MS"/>
              </a:defRPr>
            </a:lvl6pPr>
            <a:lvl7pPr algn="l">
              <a:buNone/>
              <a:defRPr sz="1800" b="0">
                <a:solidFill>
                  <a:srgbClr val="173C46"/>
                </a:solidFill>
                <a:latin typeface="Arial Unicode MS"/>
                <a:ea typeface="Arial Unicode MS"/>
                <a:cs typeface="Arial Unicode MS"/>
              </a:defRPr>
            </a:lvl7pPr>
            <a:lvl8pPr algn="l">
              <a:buNone/>
              <a:defRPr sz="1800" b="0">
                <a:solidFill>
                  <a:srgbClr val="173C46"/>
                </a:solidFill>
                <a:latin typeface="Arial Unicode MS"/>
                <a:ea typeface="Arial Unicode MS"/>
                <a:cs typeface="Arial Unicode MS"/>
              </a:defRPr>
            </a:lvl8pPr>
            <a:lvl9pPr algn="l">
              <a:buNone/>
              <a:defRPr sz="1800" b="0">
                <a:solidFill>
                  <a:srgbClr val="173C46"/>
                </a:solidFill>
                <a:latin typeface="Arial Unicode MS"/>
                <a:ea typeface="Arial Unicode MS"/>
                <a:cs typeface="Arial Unicode MS"/>
              </a:defRPr>
            </a:lvl9pPr>
          </a:lstStyle>
          <a:p xmlns:a="http://schemas.openxmlformats.org/drawingml/2006/main">
            <a:pPr algn="l">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def call(payload):</a:t>
            </a:r>
          </a:p>
          <a:p xmlns:a="http://schemas.openxmlformats.org/drawingml/2006/main">
            <a:pPr algn="l">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remaining = deadline - time.monotonic()</a:t>
            </a:r>
          </a:p>
          <a:p xmlns:a="http://schemas.openxmlformats.org/drawingml/2006/main">
            <a:pPr algn="l">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if </a:t>
            </a:r>
            <a:r>
              <a:rPr sz="1800" b="0">
                <a:solidFill>
                  <a:srgbClr val="15796D"/>
                </a:solidFill>
                <a:latin typeface="Arial Unicode MS"/>
                <a:ea typeface="Arial Unicode MS"/>
                <a:cs typeface="Arial Unicode MS"/>
              </a:rPr>
              <a:t>remaining &lt;= 0</a:t>
            </a:r>
            <a:r>
              <a:rPr sz="1800" b="0">
                <a:solidFill>
                  <a:srgbClr val="173C46"/>
                </a:solidFill>
                <a:latin typeface="Arial Unicode MS"/>
                <a:ea typeface="Arial Unicode MS"/>
                <a:cs typeface="Arial Unicode MS"/>
              </a:rPr>
              <a:t> or </a:t>
            </a:r>
            <a:r>
              <a:rPr sz="1800" b="0">
                <a:solidFill>
                  <a:srgbClr val="15796D"/>
                </a:solidFill>
                <a:latin typeface="Arial Unicode MS"/>
                <a:ea typeface="Arial Unicode MS"/>
                <a:cs typeface="Arial Unicode MS"/>
              </a:rPr>
              <a:t>output["llm_calls"] &gt;= 2</a:t>
            </a:r>
            <a:r>
              <a:rPr sz="1800" b="0">
                <a:solidFill>
                  <a:srgbClr val="173C46"/>
                </a:solidFill>
                <a:latin typeface="Arial Unicode MS"/>
                <a:ea typeface="Arial Unicode MS"/>
                <a:cs typeface="Arial Unicode MS"/>
              </a:rPr>
              <a:t>:</a:t>
            </a:r>
          </a:p>
          <a:p xmlns:a="http://schemas.openxmlformats.org/drawingml/2006/main">
            <a:pPr algn="l">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raise TimeoutError("전체 실행 제한을 초과했습니다.")</a:t>
            </a:r>
          </a:p>
          <a:p xmlns:a="http://schemas.openxmlformats.org/drawingml/2006/main">
            <a:pPr algn="l">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output["llm_calls"] += 1</a:t>
            </a:r>
          </a:p>
          <a:p xmlns:a="http://schemas.openxmlformats.org/drawingml/2006/main">
            <a:pPr algn="l">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execution["calls_attempted"] += 1</a:t>
            </a:r>
          </a:p>
          <a:p xmlns:a="http://schemas.openxmlformats.org/drawingml/2006/main">
            <a:pPr algn="l">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a:t>
            </a:r>
            <a:r>
              <a:rPr sz="1800" b="0">
                <a:solidFill>
                  <a:srgbClr val="15796D"/>
                </a:solidFill>
                <a:latin typeface="Arial Unicode MS"/>
                <a:ea typeface="Arial Unicode MS"/>
                <a:cs typeface="Arial Unicode MS"/>
              </a:rPr>
              <a:t>value = request</a:t>
            </a:r>
            <a:r>
              <a:rPr sz="1800" b="0">
                <a:solidFill>
                  <a:srgbClr val="173C46"/>
                </a:solidFill>
                <a:latin typeface="Arial Unicode MS"/>
                <a:ea typeface="Arial Unicode MS"/>
                <a:cs typeface="Arial Unicode MS"/>
              </a:rPr>
              <a:t>({**payload, "model": config.model}, remaining)</a:t>
            </a:r>
          </a:p>
        </p:txBody>
      </p:sp>
      <p:sp>
        <p:nvSpPr>
          <p:cNvPr id="6" name="call-limit">
            <a:extLst xmlns:a="http://schemas.openxmlformats.org/drawingml/2006/main">
              <a:ext uri="{FF2B5EF4-FFF2-40B4-BE49-F238E27FC236}">
                <a16:creationId xmlns:a16="http://schemas.microsoft.com/office/drawing/2014/main" id="{82CCE39A-593F-41D8-875E-CD7286076FD4}"/>
              </a:ext>
            </a:extLst>
          </p:cNvPr>
          <p:cNvSpPr>
            <a:spLocks xmlns:a="http://schemas.openxmlformats.org/drawingml/2006/main" noGrp="1"/>
          </p:cNvSpPr>
          <p:nvPr/>
        </p:nvSpPr>
        <p:spPr>
          <a:xfrm xmlns:a="http://schemas.openxmlformats.org/drawingml/2006/main">
            <a:off x="9429750" y="2381250"/>
            <a:ext cx="21526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025" b="1">
                <a:solidFill>
                  <a:srgbClr val="15796D"/>
                </a:solidFill>
                <a:latin typeface="Arial Unicode MS"/>
                <a:ea typeface="Arial Unicode MS"/>
                <a:cs typeface="Arial Unicode MS"/>
              </a:defRPr>
            </a:defPPr>
            <a:lvl1pPr algn="l">
              <a:buNone/>
              <a:defRPr sz="2025" b="1">
                <a:solidFill>
                  <a:srgbClr val="15796D"/>
                </a:solidFill>
                <a:latin typeface="Arial Unicode MS"/>
                <a:ea typeface="Arial Unicode MS"/>
                <a:cs typeface="Arial Unicode MS"/>
              </a:defRPr>
            </a:lvl1pPr>
            <a:lvl2pPr algn="l">
              <a:buNone/>
              <a:defRPr sz="2025" b="1">
                <a:solidFill>
                  <a:srgbClr val="15796D"/>
                </a:solidFill>
                <a:latin typeface="Arial Unicode MS"/>
                <a:ea typeface="Arial Unicode MS"/>
                <a:cs typeface="Arial Unicode MS"/>
              </a:defRPr>
            </a:lvl2pPr>
            <a:lvl3pPr algn="l">
              <a:buNone/>
              <a:defRPr sz="2025" b="1">
                <a:solidFill>
                  <a:srgbClr val="15796D"/>
                </a:solidFill>
                <a:latin typeface="Arial Unicode MS"/>
                <a:ea typeface="Arial Unicode MS"/>
                <a:cs typeface="Arial Unicode MS"/>
              </a:defRPr>
            </a:lvl3pPr>
            <a:lvl4pPr algn="l">
              <a:buNone/>
              <a:defRPr sz="2025" b="1">
                <a:solidFill>
                  <a:srgbClr val="15796D"/>
                </a:solidFill>
                <a:latin typeface="Arial Unicode MS"/>
                <a:ea typeface="Arial Unicode MS"/>
                <a:cs typeface="Arial Unicode MS"/>
              </a:defRPr>
            </a:lvl4pPr>
            <a:lvl5pPr algn="l">
              <a:buNone/>
              <a:defRPr sz="2025" b="1">
                <a:solidFill>
                  <a:srgbClr val="15796D"/>
                </a:solidFill>
                <a:latin typeface="Arial Unicode MS"/>
                <a:ea typeface="Arial Unicode MS"/>
                <a:cs typeface="Arial Unicode MS"/>
              </a:defRPr>
            </a:lvl5pPr>
            <a:lvl6pPr algn="l">
              <a:buNone/>
              <a:defRPr sz="2025" b="1">
                <a:solidFill>
                  <a:srgbClr val="15796D"/>
                </a:solidFill>
                <a:latin typeface="Arial Unicode MS"/>
                <a:ea typeface="Arial Unicode MS"/>
                <a:cs typeface="Arial Unicode MS"/>
              </a:defRPr>
            </a:lvl6pPr>
            <a:lvl7pPr algn="l">
              <a:buNone/>
              <a:defRPr sz="2025" b="1">
                <a:solidFill>
                  <a:srgbClr val="15796D"/>
                </a:solidFill>
                <a:latin typeface="Arial Unicode MS"/>
                <a:ea typeface="Arial Unicode MS"/>
                <a:cs typeface="Arial Unicode MS"/>
              </a:defRPr>
            </a:lvl7pPr>
            <a:lvl8pPr algn="l">
              <a:buNone/>
              <a:defRPr sz="2025" b="1">
                <a:solidFill>
                  <a:srgbClr val="15796D"/>
                </a:solidFill>
                <a:latin typeface="Arial Unicode MS"/>
                <a:ea typeface="Arial Unicode MS"/>
                <a:cs typeface="Arial Unicode MS"/>
              </a:defRPr>
            </a:lvl8pPr>
            <a:lvl9pPr algn="l">
              <a:buNone/>
              <a:defRPr sz="2025" b="1">
                <a:solidFill>
                  <a:srgbClr val="15796D"/>
                </a:solidFill>
                <a:latin typeface="Arial Unicode MS"/>
                <a:ea typeface="Arial Unicode MS"/>
                <a:cs typeface="Arial Unicode MS"/>
              </a:defRPr>
            </a:lvl9pPr>
          </a:lstStyle>
          <a:p xmlns:a="http://schemas.openxmlformats.org/drawingml/2006/main">
            <a:pPr algn="l">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호출 최대 2회</a:t>
            </a:r>
          </a:p>
          <a:p xmlns:a="http://schemas.openxmlformats.org/drawingml/2006/main">
            <a:pPr algn="l">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전체 예산 90초</a:t>
            </a:r>
          </a:p>
        </p:txBody>
      </p:sp>
      <p:sp>
        <p:nvSpPr>
          <p:cNvPr id="7" name="scope">
            <a:extLst xmlns:a="http://schemas.openxmlformats.org/drawingml/2006/main">
              <a:ext uri="{FF2B5EF4-FFF2-40B4-BE49-F238E27FC236}">
                <a16:creationId xmlns:a16="http://schemas.microsoft.com/office/drawing/2014/main" id="{B56A9A87-C8FC-4503-B0CE-98F51C55C52A}"/>
              </a:ext>
            </a:extLst>
          </p:cNvPr>
          <p:cNvSpPr>
            <a:spLocks xmlns:a="http://schemas.openxmlformats.org/drawingml/2006/main" noGrp="1"/>
          </p:cNvSpPr>
          <p:nvPr/>
        </p:nvSpPr>
        <p:spPr>
          <a:xfrm xmlns:a="http://schemas.openxmlformats.org/drawingml/2006/main">
            <a:off x="609600" y="606742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Python으로 실행 흐름을 제어합니다. MCP·LangGraph는 사용하지 않았습니다.</a:t>
            </a:r>
          </a:p>
        </p:txBody>
      </p:sp>
    </p:spTree>
    <p:extLst>
      <p:ext uri="{BB962C8B-B14F-4D97-AF65-F5344CB8AC3E}">
        <p14:creationId xmlns:p14="http://schemas.microsoft.com/office/powerpoint/2010/main" val="174891311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heading">
            <a:extLst xmlns:a="http://schemas.openxmlformats.org/drawingml/2006/main">
              <a:ext uri="{FF2B5EF4-FFF2-40B4-BE49-F238E27FC236}">
                <a16:creationId xmlns:a16="http://schemas.microsoft.com/office/drawing/2014/main" id="{557F4055-D5B3-4E87-B64B-D97A1A233825}"/>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3300" b="1">
                <a:solidFill>
                  <a:srgbClr val="173C46"/>
                </a:solidFill>
                <a:latin typeface="Arial Unicode MS"/>
                <a:ea typeface="Arial Unicode MS"/>
                <a:cs typeface="Arial Unicode MS"/>
              </a:defRPr>
            </a:defPPr>
            <a:lvl1pPr algn="l">
              <a:buNone/>
              <a:defRPr sz="3300" b="1">
                <a:solidFill>
                  <a:srgbClr val="173C46"/>
                </a:solidFill>
                <a:latin typeface="Arial Unicode MS"/>
                <a:ea typeface="Arial Unicode MS"/>
                <a:cs typeface="Arial Unicode MS"/>
              </a:defRPr>
            </a:lvl1pPr>
            <a:lvl2pPr algn="l">
              <a:buNone/>
              <a:defRPr sz="3300" b="1">
                <a:solidFill>
                  <a:srgbClr val="173C46"/>
                </a:solidFill>
                <a:latin typeface="Arial Unicode MS"/>
                <a:ea typeface="Arial Unicode MS"/>
                <a:cs typeface="Arial Unicode MS"/>
              </a:defRPr>
            </a:lvl2pPr>
            <a:lvl3pPr algn="l">
              <a:buNone/>
              <a:defRPr sz="3300" b="1">
                <a:solidFill>
                  <a:srgbClr val="173C46"/>
                </a:solidFill>
                <a:latin typeface="Arial Unicode MS"/>
                <a:ea typeface="Arial Unicode MS"/>
                <a:cs typeface="Arial Unicode MS"/>
              </a:defRPr>
            </a:lvl3pPr>
            <a:lvl4pPr algn="l">
              <a:buNone/>
              <a:defRPr sz="3300" b="1">
                <a:solidFill>
                  <a:srgbClr val="173C46"/>
                </a:solidFill>
                <a:latin typeface="Arial Unicode MS"/>
                <a:ea typeface="Arial Unicode MS"/>
                <a:cs typeface="Arial Unicode MS"/>
              </a:defRPr>
            </a:lvl4pPr>
            <a:lvl5pPr algn="l">
              <a:buNone/>
              <a:defRPr sz="3300" b="1">
                <a:solidFill>
                  <a:srgbClr val="173C46"/>
                </a:solidFill>
                <a:latin typeface="Arial Unicode MS"/>
                <a:ea typeface="Arial Unicode MS"/>
                <a:cs typeface="Arial Unicode MS"/>
              </a:defRPr>
            </a:lvl5pPr>
            <a:lvl6pPr algn="l">
              <a:buNone/>
              <a:defRPr sz="3300" b="1">
                <a:solidFill>
                  <a:srgbClr val="173C46"/>
                </a:solidFill>
                <a:latin typeface="Arial Unicode MS"/>
                <a:ea typeface="Arial Unicode MS"/>
                <a:cs typeface="Arial Unicode MS"/>
              </a:defRPr>
            </a:lvl6pPr>
            <a:lvl7pPr algn="l">
              <a:buNone/>
              <a:defRPr sz="3300" b="1">
                <a:solidFill>
                  <a:srgbClr val="173C46"/>
                </a:solidFill>
                <a:latin typeface="Arial Unicode MS"/>
                <a:ea typeface="Arial Unicode MS"/>
                <a:cs typeface="Arial Unicode MS"/>
              </a:defRPr>
            </a:lvl7pPr>
            <a:lvl8pPr algn="l">
              <a:buNone/>
              <a:defRPr sz="3300" b="1">
                <a:solidFill>
                  <a:srgbClr val="173C46"/>
                </a:solidFill>
                <a:latin typeface="Arial Unicode MS"/>
                <a:ea typeface="Arial Unicode MS"/>
                <a:cs typeface="Arial Unicode MS"/>
              </a:defRPr>
            </a:lvl8pPr>
            <a:lvl9pPr algn="l">
              <a:buNone/>
              <a:defRPr sz="3300" b="1">
                <a:solidFill>
                  <a:srgbClr val="173C46"/>
                </a:solidFill>
                <a:latin typeface="Arial Unicode MS"/>
                <a:ea typeface="Arial Unicode MS"/>
                <a:cs typeface="Arial Unicode MS"/>
              </a:defRPr>
            </a:lvl9pPr>
          </a:lstStyle>
          <a:p xmlns:a="http://schemas.openxmlformats.org/drawingml/2006/main">
            <a:pPr algn="l">
              <a:buNone/>
              <a:defRPr sz="3300" b="1">
                <a:solidFill>
                  <a:srgbClr val="173C46"/>
                </a:solidFill>
                <a:latin typeface="Arial Unicode MS"/>
                <a:ea typeface="Arial Unicode MS"/>
                <a:cs typeface="Arial Unicode MS"/>
              </a:defRPr>
            </a:pPr>
            <a:r>
              <a:rPr sz="3300" b="1">
                <a:solidFill>
                  <a:srgbClr val="173C46"/>
                </a:solidFill>
                <a:latin typeface="Arial Unicode MS"/>
                <a:ea typeface="Arial Unicode MS"/>
                <a:cs typeface="Arial Unicode MS"/>
              </a:rPr>
              <a:t>RAG 검색과 근거 전달</a:t>
            </a:r>
          </a:p>
        </p:txBody>
      </p:sp>
      <p:sp>
        <p:nvSpPr>
          <p:cNvPr id="2" name="source">
            <a:extLst xmlns:a="http://schemas.openxmlformats.org/drawingml/2006/main">
              <a:ext uri="{FF2B5EF4-FFF2-40B4-BE49-F238E27FC236}">
                <a16:creationId xmlns:a16="http://schemas.microsoft.com/office/drawing/2014/main" id="{E35227CE-00CB-4530-AEDB-918BEECB509B}"/>
              </a:ext>
            </a:extLst>
          </p:cNvPr>
          <p:cNvSpPr>
            <a:spLocks xmlns:a="http://schemas.openxmlformats.org/drawingml/2006/main" noGrp="1"/>
          </p:cNvSpPr>
          <p:nvPr/>
        </p:nvSpPr>
        <p:spPr>
          <a:xfrm xmlns:a="http://schemas.openxmlformats.org/drawingml/2006/main">
            <a:off x="609600" y="13144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extraction_agent.py · _search_documents · 315–318, 324–326행 발췌</a:t>
            </a:r>
          </a:p>
        </p:txBody>
      </p:sp>
      <p:sp>
        <p:nvSpPr>
          <p:cNvPr id="3" name="page">
            <a:extLst xmlns:a="http://schemas.openxmlformats.org/drawingml/2006/main">
              <a:ext uri="{FF2B5EF4-FFF2-40B4-BE49-F238E27FC236}">
                <a16:creationId xmlns:a16="http://schemas.microsoft.com/office/drawing/2014/main" id="{1815751B-B1EA-4C3F-B5C7-D489D787F2FA}"/>
              </a:ext>
            </a:extLst>
          </p:cNvPr>
          <p:cNvSpPr>
            <a:spLocks xmlns:a="http://schemas.openxmlformats.org/drawingml/2006/main" noGrp="1"/>
          </p:cNvSpPr>
          <p:nvPr/>
        </p:nvSpPr>
        <p:spPr>
          <a:xfrm xmlns:a="http://schemas.openxmlformats.org/drawingml/2006/main">
            <a:off x="11049000" y="641032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350" b="0">
                <a:solidFill>
                  <a:srgbClr val="64777E"/>
                </a:solidFill>
                <a:latin typeface="Arial Unicode MS"/>
                <a:ea typeface="Arial Unicode MS"/>
                <a:cs typeface="Arial Unicode MS"/>
              </a:defRPr>
            </a:defPPr>
            <a:lvl1pPr algn="l">
              <a:buNone/>
              <a:defRPr sz="1350" b="0">
                <a:solidFill>
                  <a:srgbClr val="64777E"/>
                </a:solidFill>
                <a:latin typeface="Arial Unicode MS"/>
                <a:ea typeface="Arial Unicode MS"/>
                <a:cs typeface="Arial Unicode MS"/>
              </a:defRPr>
            </a:lvl1pPr>
            <a:lvl2pPr algn="l">
              <a:buNone/>
              <a:defRPr sz="1350" b="0">
                <a:solidFill>
                  <a:srgbClr val="64777E"/>
                </a:solidFill>
                <a:latin typeface="Arial Unicode MS"/>
                <a:ea typeface="Arial Unicode MS"/>
                <a:cs typeface="Arial Unicode MS"/>
              </a:defRPr>
            </a:lvl2pPr>
            <a:lvl3pPr algn="l">
              <a:buNone/>
              <a:defRPr sz="1350" b="0">
                <a:solidFill>
                  <a:srgbClr val="64777E"/>
                </a:solidFill>
                <a:latin typeface="Arial Unicode MS"/>
                <a:ea typeface="Arial Unicode MS"/>
                <a:cs typeface="Arial Unicode MS"/>
              </a:defRPr>
            </a:lvl3pPr>
            <a:lvl4pPr algn="l">
              <a:buNone/>
              <a:defRPr sz="1350" b="0">
                <a:solidFill>
                  <a:srgbClr val="64777E"/>
                </a:solidFill>
                <a:latin typeface="Arial Unicode MS"/>
                <a:ea typeface="Arial Unicode MS"/>
                <a:cs typeface="Arial Unicode MS"/>
              </a:defRPr>
            </a:lvl4pPr>
            <a:lvl5pPr algn="l">
              <a:buNone/>
              <a:defRPr sz="1350" b="0">
                <a:solidFill>
                  <a:srgbClr val="64777E"/>
                </a:solidFill>
                <a:latin typeface="Arial Unicode MS"/>
                <a:ea typeface="Arial Unicode MS"/>
                <a:cs typeface="Arial Unicode MS"/>
              </a:defRPr>
            </a:lvl5pPr>
            <a:lvl6pPr algn="l">
              <a:buNone/>
              <a:defRPr sz="1350" b="0">
                <a:solidFill>
                  <a:srgbClr val="64777E"/>
                </a:solidFill>
                <a:latin typeface="Arial Unicode MS"/>
                <a:ea typeface="Arial Unicode MS"/>
                <a:cs typeface="Arial Unicode MS"/>
              </a:defRPr>
            </a:lvl6pPr>
            <a:lvl7pPr algn="l">
              <a:buNone/>
              <a:defRPr sz="1350" b="0">
                <a:solidFill>
                  <a:srgbClr val="64777E"/>
                </a:solidFill>
                <a:latin typeface="Arial Unicode MS"/>
                <a:ea typeface="Arial Unicode MS"/>
                <a:cs typeface="Arial Unicode MS"/>
              </a:defRPr>
            </a:lvl7pPr>
            <a:lvl8pPr algn="l">
              <a:buNone/>
              <a:defRPr sz="1350" b="0">
                <a:solidFill>
                  <a:srgbClr val="64777E"/>
                </a:solidFill>
                <a:latin typeface="Arial Unicode MS"/>
                <a:ea typeface="Arial Unicode MS"/>
                <a:cs typeface="Arial Unicode MS"/>
              </a:defRPr>
            </a:lvl8pPr>
            <a:lvl9pPr algn="l">
              <a:buNone/>
              <a:defRPr sz="1350" b="0">
                <a:solidFill>
                  <a:srgbClr val="64777E"/>
                </a:solidFill>
                <a:latin typeface="Arial Unicode MS"/>
                <a:ea typeface="Arial Unicode MS"/>
                <a:cs typeface="Arial Unicode MS"/>
              </a:defRPr>
            </a:lvl9pPr>
          </a:lstStyle>
          <a:p xmlns:a="http://schemas.openxmlformats.org/drawingml/2006/main">
            <a:pPr algn="l">
              <a:buNone/>
              <a:defRPr sz="1350" b="0">
                <a:solidFill>
                  <a:srgbClr val="64777E"/>
                </a:solidFill>
                <a:latin typeface="Arial Unicode MS"/>
                <a:ea typeface="Arial Unicode MS"/>
                <a:cs typeface="Arial Unicode MS"/>
              </a:defRPr>
            </a:pPr>
            <a:r>
              <a:rPr sz="1350" b="0">
                <a:solidFill>
                  <a:srgbClr val="64777E"/>
                </a:solidFill>
                <a:latin typeface="Arial Unicode MS"/>
                <a:ea typeface="Arial Unicode MS"/>
                <a:cs typeface="Arial Unicode MS"/>
              </a:rPr>
              <a:t>06</a:t>
            </a:r>
          </a:p>
        </p:txBody>
      </p:sp>
      <p:sp>
        <p:nvSpPr>
          <p:cNvPr id="4" name="code-search">
            <a:extLst xmlns:a="http://schemas.openxmlformats.org/drawingml/2006/main">
              <a:ext uri="{FF2B5EF4-FFF2-40B4-BE49-F238E27FC236}">
                <a16:creationId xmlns:a16="http://schemas.microsoft.com/office/drawing/2014/main" id="{27E060AB-051E-457D-B074-893D21C58C7A}"/>
              </a:ext>
            </a:extLst>
          </p:cNvPr>
          <p:cNvSpPr>
            <a:spLocks xmlns:a="http://schemas.openxmlformats.org/drawingml/2006/main" noGrp="1"/>
          </p:cNvSpPr>
          <p:nvPr/>
        </p:nvSpPr>
        <p:spPr>
          <a:xfrm xmlns:a="http://schemas.openxmlformats.org/drawingml/2006/main">
            <a:off x="609600" y="1971675"/>
            <a:ext cx="10972800" cy="2581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875" b="0">
                <a:solidFill>
                  <a:srgbClr val="173C46"/>
                </a:solidFill>
                <a:latin typeface="Arial Unicode MS"/>
                <a:ea typeface="Arial Unicode MS"/>
                <a:cs typeface="Arial Unicode MS"/>
              </a:defRPr>
            </a:defPPr>
            <a:lvl1pPr algn="l">
              <a:buNone/>
              <a:defRPr sz="1875" b="0">
                <a:solidFill>
                  <a:srgbClr val="173C46"/>
                </a:solidFill>
                <a:latin typeface="Arial Unicode MS"/>
                <a:ea typeface="Arial Unicode MS"/>
                <a:cs typeface="Arial Unicode MS"/>
              </a:defRPr>
            </a:lvl1pPr>
            <a:lvl2pPr algn="l">
              <a:buNone/>
              <a:defRPr sz="1875" b="0">
                <a:solidFill>
                  <a:srgbClr val="173C46"/>
                </a:solidFill>
                <a:latin typeface="Arial Unicode MS"/>
                <a:ea typeface="Arial Unicode MS"/>
                <a:cs typeface="Arial Unicode MS"/>
              </a:defRPr>
            </a:lvl2pPr>
            <a:lvl3pPr algn="l">
              <a:buNone/>
              <a:defRPr sz="1875" b="0">
                <a:solidFill>
                  <a:srgbClr val="173C46"/>
                </a:solidFill>
                <a:latin typeface="Arial Unicode MS"/>
                <a:ea typeface="Arial Unicode MS"/>
                <a:cs typeface="Arial Unicode MS"/>
              </a:defRPr>
            </a:lvl3pPr>
            <a:lvl4pPr algn="l">
              <a:buNone/>
              <a:defRPr sz="1875" b="0">
                <a:solidFill>
                  <a:srgbClr val="173C46"/>
                </a:solidFill>
                <a:latin typeface="Arial Unicode MS"/>
                <a:ea typeface="Arial Unicode MS"/>
                <a:cs typeface="Arial Unicode MS"/>
              </a:defRPr>
            </a:lvl4pPr>
            <a:lvl5pPr algn="l">
              <a:buNone/>
              <a:defRPr sz="1875" b="0">
                <a:solidFill>
                  <a:srgbClr val="173C46"/>
                </a:solidFill>
                <a:latin typeface="Arial Unicode MS"/>
                <a:ea typeface="Arial Unicode MS"/>
                <a:cs typeface="Arial Unicode MS"/>
              </a:defRPr>
            </a:lvl5pPr>
            <a:lvl6pPr algn="l">
              <a:buNone/>
              <a:defRPr sz="1875" b="0">
                <a:solidFill>
                  <a:srgbClr val="173C46"/>
                </a:solidFill>
                <a:latin typeface="Arial Unicode MS"/>
                <a:ea typeface="Arial Unicode MS"/>
                <a:cs typeface="Arial Unicode MS"/>
              </a:defRPr>
            </a:lvl6pPr>
            <a:lvl7pPr algn="l">
              <a:buNone/>
              <a:defRPr sz="1875" b="0">
                <a:solidFill>
                  <a:srgbClr val="173C46"/>
                </a:solidFill>
                <a:latin typeface="Arial Unicode MS"/>
                <a:ea typeface="Arial Unicode MS"/>
                <a:cs typeface="Arial Unicode MS"/>
              </a:defRPr>
            </a:lvl7pPr>
            <a:lvl8pPr algn="l">
              <a:buNone/>
              <a:defRPr sz="1875" b="0">
                <a:solidFill>
                  <a:srgbClr val="173C46"/>
                </a:solidFill>
                <a:latin typeface="Arial Unicode MS"/>
                <a:ea typeface="Arial Unicode MS"/>
                <a:cs typeface="Arial Unicode MS"/>
              </a:defRPr>
            </a:lvl8pPr>
            <a:lvl9pPr algn="l">
              <a:buNone/>
              <a:defRPr sz="1875" b="0">
                <a:solidFill>
                  <a:srgbClr val="173C46"/>
                </a:solidFill>
                <a:latin typeface="Arial Unicode MS"/>
                <a:ea typeface="Arial Unicode MS"/>
                <a:cs typeface="Arial Unicode MS"/>
              </a:defRPr>
            </a:lvl9pPr>
          </a:lstStyle>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score = 1 + sum(term in text.casefold() for term in terms)</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ranked.append((score, occurrence))</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ranked.sort(key=lambda pair: (-pair[0], pair[1][</a:t>
            </a:r>
            <a:r>
              <a:rPr sz="1875" b="0">
                <a:solidFill>
                  <a:srgbClr val="15796D"/>
                </a:solidFill>
                <a:latin typeface="Arial Unicode MS"/>
                <a:ea typeface="Arial Unicode MS"/>
                <a:cs typeface="Arial Unicode MS"/>
              </a:rPr>
              <a:t>"page"</a:t>
            </a:r>
            <a:r>
              <a:rPr sz="1875" b="0">
                <a:solidFill>
                  <a:srgbClr val="173C46"/>
                </a:solidFill>
                <a:latin typeface="Arial Unicode MS"/>
                <a:ea typeface="Arial Unicode MS"/>
                <a:cs typeface="Arial Unicode MS"/>
              </a:rPr>
              <a:t>], pair[1]["start"]))</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for _, occurrence in </a:t>
            </a:r>
            <a:r>
              <a:rPr sz="1875" b="0">
                <a:solidFill>
                  <a:srgbClr val="15796D"/>
                </a:solidFill>
                <a:latin typeface="Arial Unicode MS"/>
                <a:ea typeface="Arial Unicode MS"/>
                <a:cs typeface="Arial Unicode MS"/>
              </a:rPr>
              <a:t>ranked[:2]</a:t>
            </a:r>
            <a:r>
              <a:rPr sz="1875" b="0">
                <a:solidFill>
                  <a:srgbClr val="173C46"/>
                </a:solidFill>
                <a:latin typeface="Arial Unicode MS"/>
                <a:ea typeface="Arial Unicode MS"/>
                <a:cs typeface="Arial Unicode MS"/>
              </a:rPr>
              <a:t>:</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 319–323행: 본문 길이·검색 예산 처리 생략</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hits.append({</a:t>
            </a:r>
            <a:r>
              <a:rPr sz="1875" b="0">
                <a:solidFill>
                  <a:srgbClr val="15796D"/>
                </a:solidFill>
                <a:latin typeface="Arial Unicode MS"/>
                <a:ea typeface="Arial Unicode MS"/>
                <a:cs typeface="Arial Unicode MS"/>
              </a:rPr>
              <a:t>"document_id"</a:t>
            </a:r>
            <a:r>
              <a:rPr sz="1875" b="0">
                <a:solidFill>
                  <a:srgbClr val="173C46"/>
                </a:solidFill>
                <a:latin typeface="Arial Unicode MS"/>
                <a:ea typeface="Arial Unicode MS"/>
                <a:cs typeface="Arial Unicode MS"/>
              </a:rPr>
              <a:t>: query["document_id"], "field": query["field"],</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"page": occurrence["page"], </a:t>
            </a:r>
            <a:r>
              <a:rPr sz="1875" b="0">
                <a:solidFill>
                  <a:srgbClr val="15796D"/>
                </a:solidFill>
                <a:latin typeface="Arial Unicode MS"/>
                <a:ea typeface="Arial Unicode MS"/>
                <a:cs typeface="Arial Unicode MS"/>
              </a:rPr>
              <a:t>"text"</a:t>
            </a:r>
            <a:r>
              <a:rPr sz="1875" b="0">
                <a:solidFill>
                  <a:srgbClr val="173C46"/>
                </a:solidFill>
                <a:latin typeface="Arial Unicode MS"/>
                <a:ea typeface="Arial Unicode MS"/>
                <a:cs typeface="Arial Unicode MS"/>
              </a:rPr>
              <a:t>: text,</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"chunk_id": f"chunk-{len(hits) + 1}"})</a:t>
            </a:r>
          </a:p>
        </p:txBody>
      </p:sp>
      <p:sp>
        <p:nvSpPr>
          <p:cNvPr id="5" name="explain">
            <a:extLst xmlns:a="http://schemas.openxmlformats.org/drawingml/2006/main">
              <a:ext uri="{FF2B5EF4-FFF2-40B4-BE49-F238E27FC236}">
                <a16:creationId xmlns:a16="http://schemas.microsoft.com/office/drawing/2014/main" id="{D2EEDB7D-17B2-4403-B0C2-F0FA7BC643EA}"/>
              </a:ext>
            </a:extLst>
          </p:cNvPr>
          <p:cNvSpPr>
            <a:spLocks xmlns:a="http://schemas.openxmlformats.org/drawingml/2006/main" noGrp="1"/>
          </p:cNvSpPr>
          <p:nvPr/>
        </p:nvSpPr>
        <p:spPr>
          <a:xfrm xmlns:a="http://schemas.openxmlformats.org/drawingml/2006/main">
            <a:off x="609600" y="49720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400" b="1">
                <a:solidFill>
                  <a:srgbClr val="15796D"/>
                </a:solidFill>
                <a:latin typeface="Arial Unicode MS"/>
                <a:ea typeface="Arial Unicode MS"/>
                <a:cs typeface="Arial Unicode MS"/>
              </a:defRPr>
            </a:defPPr>
            <a:lvl1pPr algn="l">
              <a:buNone/>
              <a:defRPr sz="2400" b="1">
                <a:solidFill>
                  <a:srgbClr val="15796D"/>
                </a:solidFill>
                <a:latin typeface="Arial Unicode MS"/>
                <a:ea typeface="Arial Unicode MS"/>
                <a:cs typeface="Arial Unicode MS"/>
              </a:defRPr>
            </a:lvl1pPr>
            <a:lvl2pPr algn="l">
              <a:buNone/>
              <a:defRPr sz="2400" b="1">
                <a:solidFill>
                  <a:srgbClr val="15796D"/>
                </a:solidFill>
                <a:latin typeface="Arial Unicode MS"/>
                <a:ea typeface="Arial Unicode MS"/>
                <a:cs typeface="Arial Unicode MS"/>
              </a:defRPr>
            </a:lvl2pPr>
            <a:lvl3pPr algn="l">
              <a:buNone/>
              <a:defRPr sz="2400" b="1">
                <a:solidFill>
                  <a:srgbClr val="15796D"/>
                </a:solidFill>
                <a:latin typeface="Arial Unicode MS"/>
                <a:ea typeface="Arial Unicode MS"/>
                <a:cs typeface="Arial Unicode MS"/>
              </a:defRPr>
            </a:lvl3pPr>
            <a:lvl4pPr algn="l">
              <a:buNone/>
              <a:defRPr sz="2400" b="1">
                <a:solidFill>
                  <a:srgbClr val="15796D"/>
                </a:solidFill>
                <a:latin typeface="Arial Unicode MS"/>
                <a:ea typeface="Arial Unicode MS"/>
                <a:cs typeface="Arial Unicode MS"/>
              </a:defRPr>
            </a:lvl4pPr>
            <a:lvl5pPr algn="l">
              <a:buNone/>
              <a:defRPr sz="2400" b="1">
                <a:solidFill>
                  <a:srgbClr val="15796D"/>
                </a:solidFill>
                <a:latin typeface="Arial Unicode MS"/>
                <a:ea typeface="Arial Unicode MS"/>
                <a:cs typeface="Arial Unicode MS"/>
              </a:defRPr>
            </a:lvl5pPr>
            <a:lvl6pPr algn="l">
              <a:buNone/>
              <a:defRPr sz="2400" b="1">
                <a:solidFill>
                  <a:srgbClr val="15796D"/>
                </a:solidFill>
                <a:latin typeface="Arial Unicode MS"/>
                <a:ea typeface="Arial Unicode MS"/>
                <a:cs typeface="Arial Unicode MS"/>
              </a:defRPr>
            </a:lvl6pPr>
            <a:lvl7pPr algn="l">
              <a:buNone/>
              <a:defRPr sz="2400" b="1">
                <a:solidFill>
                  <a:srgbClr val="15796D"/>
                </a:solidFill>
                <a:latin typeface="Arial Unicode MS"/>
                <a:ea typeface="Arial Unicode MS"/>
                <a:cs typeface="Arial Unicode MS"/>
              </a:defRPr>
            </a:lvl7pPr>
            <a:lvl8pPr algn="l">
              <a:buNone/>
              <a:defRPr sz="2400" b="1">
                <a:solidFill>
                  <a:srgbClr val="15796D"/>
                </a:solidFill>
                <a:latin typeface="Arial Unicode MS"/>
                <a:ea typeface="Arial Unicode MS"/>
                <a:cs typeface="Arial Unicode MS"/>
              </a:defRPr>
            </a:lvl8pPr>
            <a:lvl9pPr algn="l">
              <a:buNone/>
              <a:defRPr sz="2400" b="1">
                <a:solidFill>
                  <a:srgbClr val="15796D"/>
                </a:solidFill>
                <a:latin typeface="Arial Unicode MS"/>
                <a:ea typeface="Arial Unicode MS"/>
                <a:cs typeface="Arial Unicode MS"/>
              </a:defRPr>
            </a:lvl9pPr>
          </a:lstStyle>
          <a:p xmlns:a="http://schemas.openxmlformats.org/drawingml/2006/main">
            <a:pPr algn="l">
              <a:buNone/>
              <a:defRPr sz="2400" b="1">
                <a:solidFill>
                  <a:srgbClr val="15796D"/>
                </a:solidFill>
                <a:latin typeface="Arial Unicode MS"/>
                <a:ea typeface="Arial Unicode MS"/>
                <a:cs typeface="Arial Unicode MS"/>
              </a:defRPr>
            </a:pPr>
            <a:r>
              <a:rPr sz="2400" b="1">
                <a:solidFill>
                  <a:srgbClr val="15796D"/>
                </a:solidFill>
                <a:latin typeface="Arial Unicode MS"/>
                <a:ea typeface="Arial Unicode MS"/>
                <a:cs typeface="Arial Unicode MS"/>
              </a:rPr>
              <a:t>검색 요청마다 상위 두 근거를 선택합니다</a:t>
            </a:r>
          </a:p>
        </p:txBody>
      </p:sp>
      <p:sp>
        <p:nvSpPr>
          <p:cNvPr id="6" name="handoff">
            <a:extLst xmlns:a="http://schemas.openxmlformats.org/drawingml/2006/main">
              <a:ext uri="{FF2B5EF4-FFF2-40B4-BE49-F238E27FC236}">
                <a16:creationId xmlns:a16="http://schemas.microsoft.com/office/drawing/2014/main" id="{36C7AF8D-BCD0-4498-91B6-AB0F452040AD}"/>
              </a:ext>
            </a:extLst>
          </p:cNvPr>
          <p:cNvSpPr>
            <a:spLocks xmlns:a="http://schemas.openxmlformats.org/drawingml/2006/main" noGrp="1"/>
          </p:cNvSpPr>
          <p:nvPr/>
        </p:nvSpPr>
        <p:spPr>
          <a:xfrm xmlns:a="http://schemas.openxmlformats.org/drawingml/2006/main">
            <a:off x="609600" y="549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100" b="0">
                <a:solidFill>
                  <a:srgbClr val="173C46"/>
                </a:solidFill>
                <a:latin typeface="Arial Unicode MS"/>
                <a:ea typeface="Arial Unicode MS"/>
                <a:cs typeface="Arial Unicode MS"/>
              </a:defRPr>
            </a:defPPr>
            <a:lvl1pPr algn="l">
              <a:buNone/>
              <a:defRPr sz="2100" b="0">
                <a:solidFill>
                  <a:srgbClr val="173C46"/>
                </a:solidFill>
                <a:latin typeface="Arial Unicode MS"/>
                <a:ea typeface="Arial Unicode MS"/>
                <a:cs typeface="Arial Unicode MS"/>
              </a:defRPr>
            </a:lvl1pPr>
            <a:lvl2pPr algn="l">
              <a:buNone/>
              <a:defRPr sz="2100" b="0">
                <a:solidFill>
                  <a:srgbClr val="173C46"/>
                </a:solidFill>
                <a:latin typeface="Arial Unicode MS"/>
                <a:ea typeface="Arial Unicode MS"/>
                <a:cs typeface="Arial Unicode MS"/>
              </a:defRPr>
            </a:lvl2pPr>
            <a:lvl3pPr algn="l">
              <a:buNone/>
              <a:defRPr sz="2100" b="0">
                <a:solidFill>
                  <a:srgbClr val="173C46"/>
                </a:solidFill>
                <a:latin typeface="Arial Unicode MS"/>
                <a:ea typeface="Arial Unicode MS"/>
                <a:cs typeface="Arial Unicode MS"/>
              </a:defRPr>
            </a:lvl3pPr>
            <a:lvl4pPr algn="l">
              <a:buNone/>
              <a:defRPr sz="2100" b="0">
                <a:solidFill>
                  <a:srgbClr val="173C46"/>
                </a:solidFill>
                <a:latin typeface="Arial Unicode MS"/>
                <a:ea typeface="Arial Unicode MS"/>
                <a:cs typeface="Arial Unicode MS"/>
              </a:defRPr>
            </a:lvl4pPr>
            <a:lvl5pPr algn="l">
              <a:buNone/>
              <a:defRPr sz="2100" b="0">
                <a:solidFill>
                  <a:srgbClr val="173C46"/>
                </a:solidFill>
                <a:latin typeface="Arial Unicode MS"/>
                <a:ea typeface="Arial Unicode MS"/>
                <a:cs typeface="Arial Unicode MS"/>
              </a:defRPr>
            </a:lvl5pPr>
            <a:lvl6pPr algn="l">
              <a:buNone/>
              <a:defRPr sz="2100" b="0">
                <a:solidFill>
                  <a:srgbClr val="173C46"/>
                </a:solidFill>
                <a:latin typeface="Arial Unicode MS"/>
                <a:ea typeface="Arial Unicode MS"/>
                <a:cs typeface="Arial Unicode MS"/>
              </a:defRPr>
            </a:lvl6pPr>
            <a:lvl7pPr algn="l">
              <a:buNone/>
              <a:defRPr sz="2100" b="0">
                <a:solidFill>
                  <a:srgbClr val="173C46"/>
                </a:solidFill>
                <a:latin typeface="Arial Unicode MS"/>
                <a:ea typeface="Arial Unicode MS"/>
                <a:cs typeface="Arial Unicode MS"/>
              </a:defRPr>
            </a:lvl7pPr>
            <a:lvl8pPr algn="l">
              <a:buNone/>
              <a:defRPr sz="2100" b="0">
                <a:solidFill>
                  <a:srgbClr val="173C46"/>
                </a:solidFill>
                <a:latin typeface="Arial Unicode MS"/>
                <a:ea typeface="Arial Unicode MS"/>
                <a:cs typeface="Arial Unicode MS"/>
              </a:defRPr>
            </a:lvl8pPr>
            <a:lvl9pPr algn="l">
              <a:buNone/>
              <a:defRPr sz="2100" b="0">
                <a:solidFill>
                  <a:srgbClr val="173C46"/>
                </a:solidFill>
                <a:latin typeface="Arial Unicode MS"/>
                <a:ea typeface="Arial Unicode MS"/>
                <a:cs typeface="Arial Unicode MS"/>
              </a:defRPr>
            </a:lvl9pPr>
          </a:lstStyle>
          <a:p xmlns:a="http://schemas.openxmlformats.org/drawingml/2006/main">
            <a:pPr algn="l">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문서·항목·페이지·본문을 묶어 두 번째 AI 요청에 전달합니다</a:t>
            </a:r>
          </a:p>
        </p:txBody>
      </p:sp>
      <p:sp>
        <p:nvSpPr>
          <p:cNvPr id="7" name="scope">
            <a:extLst xmlns:a="http://schemas.openxmlformats.org/drawingml/2006/main">
              <a:ext uri="{FF2B5EF4-FFF2-40B4-BE49-F238E27FC236}">
                <a16:creationId xmlns:a16="http://schemas.microsoft.com/office/drawing/2014/main" id="{18301C1A-C140-47B8-951E-72099EA1D853}"/>
              </a:ext>
            </a:extLst>
          </p:cNvPr>
          <p:cNvSpPr>
            <a:spLocks xmlns:a="http://schemas.openxmlformats.org/drawingml/2006/main" noGrp="1"/>
          </p:cNvSpPr>
          <p:nvPr/>
        </p:nvSpPr>
        <p:spPr>
          <a:xfrm xmlns:a="http://schemas.openxmlformats.org/drawingml/2006/main">
            <a:off x="609600" y="606742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키워드와 항목 별칭을 이용한 RAG입니다. 임베딩·벡터 DB는 사용하지 않았습니다.</a:t>
            </a:r>
          </a:p>
        </p:txBody>
      </p:sp>
    </p:spTree>
    <p:extLst>
      <p:ext uri="{BB962C8B-B14F-4D97-AF65-F5344CB8AC3E}">
        <p14:creationId xmlns:p14="http://schemas.microsoft.com/office/powerpoint/2010/main" val="75420416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eading">
            <a:extLst xmlns:a="http://schemas.openxmlformats.org/drawingml/2006/main">
              <a:ext uri="{FF2B5EF4-FFF2-40B4-BE49-F238E27FC236}">
                <a16:creationId xmlns:a16="http://schemas.microsoft.com/office/drawing/2014/main" id="{0DBADEB7-8957-4924-AF6C-4C7EE9F54FFD}"/>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3300" b="1">
                <a:solidFill>
                  <a:srgbClr val="173C46"/>
                </a:solidFill>
                <a:latin typeface="Arial Unicode MS"/>
                <a:ea typeface="Arial Unicode MS"/>
                <a:cs typeface="Arial Unicode MS"/>
              </a:defRPr>
            </a:defPPr>
            <a:lvl1pPr algn="l">
              <a:buNone/>
              <a:defRPr sz="3300" b="1">
                <a:solidFill>
                  <a:srgbClr val="173C46"/>
                </a:solidFill>
                <a:latin typeface="Arial Unicode MS"/>
                <a:ea typeface="Arial Unicode MS"/>
                <a:cs typeface="Arial Unicode MS"/>
              </a:defRPr>
            </a:lvl1pPr>
            <a:lvl2pPr algn="l">
              <a:buNone/>
              <a:defRPr sz="3300" b="1">
                <a:solidFill>
                  <a:srgbClr val="173C46"/>
                </a:solidFill>
                <a:latin typeface="Arial Unicode MS"/>
                <a:ea typeface="Arial Unicode MS"/>
                <a:cs typeface="Arial Unicode MS"/>
              </a:defRPr>
            </a:lvl2pPr>
            <a:lvl3pPr algn="l">
              <a:buNone/>
              <a:defRPr sz="3300" b="1">
                <a:solidFill>
                  <a:srgbClr val="173C46"/>
                </a:solidFill>
                <a:latin typeface="Arial Unicode MS"/>
                <a:ea typeface="Arial Unicode MS"/>
                <a:cs typeface="Arial Unicode MS"/>
              </a:defRPr>
            </a:lvl3pPr>
            <a:lvl4pPr algn="l">
              <a:buNone/>
              <a:defRPr sz="3300" b="1">
                <a:solidFill>
                  <a:srgbClr val="173C46"/>
                </a:solidFill>
                <a:latin typeface="Arial Unicode MS"/>
                <a:ea typeface="Arial Unicode MS"/>
                <a:cs typeface="Arial Unicode MS"/>
              </a:defRPr>
            </a:lvl4pPr>
            <a:lvl5pPr algn="l">
              <a:buNone/>
              <a:defRPr sz="3300" b="1">
                <a:solidFill>
                  <a:srgbClr val="173C46"/>
                </a:solidFill>
                <a:latin typeface="Arial Unicode MS"/>
                <a:ea typeface="Arial Unicode MS"/>
                <a:cs typeface="Arial Unicode MS"/>
              </a:defRPr>
            </a:lvl5pPr>
            <a:lvl6pPr algn="l">
              <a:buNone/>
              <a:defRPr sz="3300" b="1">
                <a:solidFill>
                  <a:srgbClr val="173C46"/>
                </a:solidFill>
                <a:latin typeface="Arial Unicode MS"/>
                <a:ea typeface="Arial Unicode MS"/>
                <a:cs typeface="Arial Unicode MS"/>
              </a:defRPr>
            </a:lvl6pPr>
            <a:lvl7pPr algn="l">
              <a:buNone/>
              <a:defRPr sz="3300" b="1">
                <a:solidFill>
                  <a:srgbClr val="173C46"/>
                </a:solidFill>
                <a:latin typeface="Arial Unicode MS"/>
                <a:ea typeface="Arial Unicode MS"/>
                <a:cs typeface="Arial Unicode MS"/>
              </a:defRPr>
            </a:lvl7pPr>
            <a:lvl8pPr algn="l">
              <a:buNone/>
              <a:defRPr sz="3300" b="1">
                <a:solidFill>
                  <a:srgbClr val="173C46"/>
                </a:solidFill>
                <a:latin typeface="Arial Unicode MS"/>
                <a:ea typeface="Arial Unicode MS"/>
                <a:cs typeface="Arial Unicode MS"/>
              </a:defRPr>
            </a:lvl8pPr>
            <a:lvl9pPr algn="l">
              <a:buNone/>
              <a:defRPr sz="3300" b="1">
                <a:solidFill>
                  <a:srgbClr val="173C46"/>
                </a:solidFill>
                <a:latin typeface="Arial Unicode MS"/>
                <a:ea typeface="Arial Unicode MS"/>
                <a:cs typeface="Arial Unicode MS"/>
              </a:defRPr>
            </a:lvl9pPr>
          </a:lstStyle>
          <a:p xmlns:a="http://schemas.openxmlformats.org/drawingml/2006/main">
            <a:pPr algn="l">
              <a:buNone/>
              <a:defRPr sz="3300" b="1">
                <a:solidFill>
                  <a:srgbClr val="173C46"/>
                </a:solidFill>
                <a:latin typeface="Arial Unicode MS"/>
                <a:ea typeface="Arial Unicode MS"/>
                <a:cs typeface="Arial Unicode MS"/>
              </a:defRPr>
            </a:pPr>
            <a:r>
              <a:rPr sz="3300" b="1">
                <a:solidFill>
                  <a:srgbClr val="173C46"/>
                </a:solidFill>
                <a:latin typeface="Arial Unicode MS"/>
                <a:ea typeface="Arial Unicode MS"/>
                <a:cs typeface="Arial Unicode MS"/>
              </a:rPr>
              <a:t>원문 검증과 미확정 처리</a:t>
            </a:r>
          </a:p>
        </p:txBody>
      </p:sp>
      <p:sp>
        <p:nvSpPr>
          <p:cNvPr id="2" name="source">
            <a:extLst xmlns:a="http://schemas.openxmlformats.org/drawingml/2006/main">
              <a:ext uri="{FF2B5EF4-FFF2-40B4-BE49-F238E27FC236}">
                <a16:creationId xmlns:a16="http://schemas.microsoft.com/office/drawing/2014/main" id="{BDD1D270-AFDD-404C-8731-35DF653A71A9}"/>
              </a:ext>
            </a:extLst>
          </p:cNvPr>
          <p:cNvSpPr>
            <a:spLocks xmlns:a="http://schemas.openxmlformats.org/drawingml/2006/main" noGrp="1"/>
          </p:cNvSpPr>
          <p:nvPr/>
        </p:nvSpPr>
        <p:spPr>
          <a:xfrm xmlns:a="http://schemas.openxmlformats.org/drawingml/2006/main">
            <a:off x="609600" y="13144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extraction_agent.py · _validate_proposal 508–509행 / extract_upload 684–687행 발췌</a:t>
            </a:r>
          </a:p>
        </p:txBody>
      </p:sp>
      <p:sp>
        <p:nvSpPr>
          <p:cNvPr id="3" name="page">
            <a:extLst xmlns:a="http://schemas.openxmlformats.org/drawingml/2006/main">
              <a:ext uri="{FF2B5EF4-FFF2-40B4-BE49-F238E27FC236}">
                <a16:creationId xmlns:a16="http://schemas.microsoft.com/office/drawing/2014/main" id="{79205C11-1086-426E-B455-B0EEBBC8E7AB}"/>
              </a:ext>
            </a:extLst>
          </p:cNvPr>
          <p:cNvSpPr>
            <a:spLocks xmlns:a="http://schemas.openxmlformats.org/drawingml/2006/main" noGrp="1"/>
          </p:cNvSpPr>
          <p:nvPr/>
        </p:nvSpPr>
        <p:spPr>
          <a:xfrm xmlns:a="http://schemas.openxmlformats.org/drawingml/2006/main">
            <a:off x="11049000" y="641032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350" b="0">
                <a:solidFill>
                  <a:srgbClr val="64777E"/>
                </a:solidFill>
                <a:latin typeface="Arial Unicode MS"/>
                <a:ea typeface="Arial Unicode MS"/>
                <a:cs typeface="Arial Unicode MS"/>
              </a:defRPr>
            </a:defPPr>
            <a:lvl1pPr algn="l">
              <a:buNone/>
              <a:defRPr sz="1350" b="0">
                <a:solidFill>
                  <a:srgbClr val="64777E"/>
                </a:solidFill>
                <a:latin typeface="Arial Unicode MS"/>
                <a:ea typeface="Arial Unicode MS"/>
                <a:cs typeface="Arial Unicode MS"/>
              </a:defRPr>
            </a:lvl1pPr>
            <a:lvl2pPr algn="l">
              <a:buNone/>
              <a:defRPr sz="1350" b="0">
                <a:solidFill>
                  <a:srgbClr val="64777E"/>
                </a:solidFill>
                <a:latin typeface="Arial Unicode MS"/>
                <a:ea typeface="Arial Unicode MS"/>
                <a:cs typeface="Arial Unicode MS"/>
              </a:defRPr>
            </a:lvl2pPr>
            <a:lvl3pPr algn="l">
              <a:buNone/>
              <a:defRPr sz="1350" b="0">
                <a:solidFill>
                  <a:srgbClr val="64777E"/>
                </a:solidFill>
                <a:latin typeface="Arial Unicode MS"/>
                <a:ea typeface="Arial Unicode MS"/>
                <a:cs typeface="Arial Unicode MS"/>
              </a:defRPr>
            </a:lvl3pPr>
            <a:lvl4pPr algn="l">
              <a:buNone/>
              <a:defRPr sz="1350" b="0">
                <a:solidFill>
                  <a:srgbClr val="64777E"/>
                </a:solidFill>
                <a:latin typeface="Arial Unicode MS"/>
                <a:ea typeface="Arial Unicode MS"/>
                <a:cs typeface="Arial Unicode MS"/>
              </a:defRPr>
            </a:lvl4pPr>
            <a:lvl5pPr algn="l">
              <a:buNone/>
              <a:defRPr sz="1350" b="0">
                <a:solidFill>
                  <a:srgbClr val="64777E"/>
                </a:solidFill>
                <a:latin typeface="Arial Unicode MS"/>
                <a:ea typeface="Arial Unicode MS"/>
                <a:cs typeface="Arial Unicode MS"/>
              </a:defRPr>
            </a:lvl5pPr>
            <a:lvl6pPr algn="l">
              <a:buNone/>
              <a:defRPr sz="1350" b="0">
                <a:solidFill>
                  <a:srgbClr val="64777E"/>
                </a:solidFill>
                <a:latin typeface="Arial Unicode MS"/>
                <a:ea typeface="Arial Unicode MS"/>
                <a:cs typeface="Arial Unicode MS"/>
              </a:defRPr>
            </a:lvl6pPr>
            <a:lvl7pPr algn="l">
              <a:buNone/>
              <a:defRPr sz="1350" b="0">
                <a:solidFill>
                  <a:srgbClr val="64777E"/>
                </a:solidFill>
                <a:latin typeface="Arial Unicode MS"/>
                <a:ea typeface="Arial Unicode MS"/>
                <a:cs typeface="Arial Unicode MS"/>
              </a:defRPr>
            </a:lvl7pPr>
            <a:lvl8pPr algn="l">
              <a:buNone/>
              <a:defRPr sz="1350" b="0">
                <a:solidFill>
                  <a:srgbClr val="64777E"/>
                </a:solidFill>
                <a:latin typeface="Arial Unicode MS"/>
                <a:ea typeface="Arial Unicode MS"/>
                <a:cs typeface="Arial Unicode MS"/>
              </a:defRPr>
            </a:lvl8pPr>
            <a:lvl9pPr algn="l">
              <a:buNone/>
              <a:defRPr sz="1350" b="0">
                <a:solidFill>
                  <a:srgbClr val="64777E"/>
                </a:solidFill>
                <a:latin typeface="Arial Unicode MS"/>
                <a:ea typeface="Arial Unicode MS"/>
                <a:cs typeface="Arial Unicode MS"/>
              </a:defRPr>
            </a:lvl9pPr>
          </a:lstStyle>
          <a:p xmlns:a="http://schemas.openxmlformats.org/drawingml/2006/main">
            <a:pPr algn="l">
              <a:buNone/>
              <a:defRPr sz="1350" b="0">
                <a:solidFill>
                  <a:srgbClr val="64777E"/>
                </a:solidFill>
                <a:latin typeface="Arial Unicode MS"/>
                <a:ea typeface="Arial Unicode MS"/>
                <a:cs typeface="Arial Unicode MS"/>
              </a:defRPr>
            </a:pPr>
            <a:r>
              <a:rPr sz="1350" b="0">
                <a:solidFill>
                  <a:srgbClr val="64777E"/>
                </a:solidFill>
                <a:latin typeface="Arial Unicode MS"/>
                <a:ea typeface="Arial Unicode MS"/>
                <a:cs typeface="Arial Unicode MS"/>
              </a:rPr>
              <a:t>07</a:t>
            </a:r>
          </a:p>
        </p:txBody>
      </p:sp>
      <p:sp>
        <p:nvSpPr>
          <p:cNvPr id="4" name="validation-label">
            <a:extLst xmlns:a="http://schemas.openxmlformats.org/drawingml/2006/main">
              <a:ext uri="{FF2B5EF4-FFF2-40B4-BE49-F238E27FC236}">
                <a16:creationId xmlns:a16="http://schemas.microsoft.com/office/drawing/2014/main" id="{0EA0CEFD-B0C7-4BC8-8B15-778C72D02735}"/>
              </a:ext>
            </a:extLst>
          </p:cNvPr>
          <p:cNvSpPr>
            <a:spLocks xmlns:a="http://schemas.openxmlformats.org/drawingml/2006/main" noGrp="1"/>
          </p:cNvSpPr>
          <p:nvPr/>
        </p:nvSpPr>
        <p:spPr>
          <a:xfrm xmlns:a="http://schemas.openxmlformats.org/drawingml/2006/main">
            <a:off x="609600" y="1857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250" b="1">
                <a:solidFill>
                  <a:srgbClr val="15796D"/>
                </a:solidFill>
                <a:latin typeface="Arial Unicode MS"/>
                <a:ea typeface="Arial Unicode MS"/>
                <a:cs typeface="Arial Unicode MS"/>
              </a:defRPr>
            </a:defPPr>
            <a:lvl1pPr algn="l">
              <a:buNone/>
              <a:defRPr sz="2250" b="1">
                <a:solidFill>
                  <a:srgbClr val="15796D"/>
                </a:solidFill>
                <a:latin typeface="Arial Unicode MS"/>
                <a:ea typeface="Arial Unicode MS"/>
                <a:cs typeface="Arial Unicode MS"/>
              </a:defRPr>
            </a:lvl1pPr>
            <a:lvl2pPr algn="l">
              <a:buNone/>
              <a:defRPr sz="2250" b="1">
                <a:solidFill>
                  <a:srgbClr val="15796D"/>
                </a:solidFill>
                <a:latin typeface="Arial Unicode MS"/>
                <a:ea typeface="Arial Unicode MS"/>
                <a:cs typeface="Arial Unicode MS"/>
              </a:defRPr>
            </a:lvl2pPr>
            <a:lvl3pPr algn="l">
              <a:buNone/>
              <a:defRPr sz="2250" b="1">
                <a:solidFill>
                  <a:srgbClr val="15796D"/>
                </a:solidFill>
                <a:latin typeface="Arial Unicode MS"/>
                <a:ea typeface="Arial Unicode MS"/>
                <a:cs typeface="Arial Unicode MS"/>
              </a:defRPr>
            </a:lvl3pPr>
            <a:lvl4pPr algn="l">
              <a:buNone/>
              <a:defRPr sz="2250" b="1">
                <a:solidFill>
                  <a:srgbClr val="15796D"/>
                </a:solidFill>
                <a:latin typeface="Arial Unicode MS"/>
                <a:ea typeface="Arial Unicode MS"/>
                <a:cs typeface="Arial Unicode MS"/>
              </a:defRPr>
            </a:lvl4pPr>
            <a:lvl5pPr algn="l">
              <a:buNone/>
              <a:defRPr sz="2250" b="1">
                <a:solidFill>
                  <a:srgbClr val="15796D"/>
                </a:solidFill>
                <a:latin typeface="Arial Unicode MS"/>
                <a:ea typeface="Arial Unicode MS"/>
                <a:cs typeface="Arial Unicode MS"/>
              </a:defRPr>
            </a:lvl5pPr>
            <a:lvl6pPr algn="l">
              <a:buNone/>
              <a:defRPr sz="2250" b="1">
                <a:solidFill>
                  <a:srgbClr val="15796D"/>
                </a:solidFill>
                <a:latin typeface="Arial Unicode MS"/>
                <a:ea typeface="Arial Unicode MS"/>
                <a:cs typeface="Arial Unicode MS"/>
              </a:defRPr>
            </a:lvl6pPr>
            <a:lvl7pPr algn="l">
              <a:buNone/>
              <a:defRPr sz="2250" b="1">
                <a:solidFill>
                  <a:srgbClr val="15796D"/>
                </a:solidFill>
                <a:latin typeface="Arial Unicode MS"/>
                <a:ea typeface="Arial Unicode MS"/>
                <a:cs typeface="Arial Unicode MS"/>
              </a:defRPr>
            </a:lvl7pPr>
            <a:lvl8pPr algn="l">
              <a:buNone/>
              <a:defRPr sz="2250" b="1">
                <a:solidFill>
                  <a:srgbClr val="15796D"/>
                </a:solidFill>
                <a:latin typeface="Arial Unicode MS"/>
                <a:ea typeface="Arial Unicode MS"/>
                <a:cs typeface="Arial Unicode MS"/>
              </a:defRPr>
            </a:lvl8pPr>
            <a:lvl9pPr algn="l">
              <a:buNone/>
              <a:defRPr sz="2250" b="1">
                <a:solidFill>
                  <a:srgbClr val="15796D"/>
                </a:solidFill>
                <a:latin typeface="Arial Unicode MS"/>
                <a:ea typeface="Arial Unicode MS"/>
                <a:cs typeface="Arial Unicode MS"/>
              </a:defRPr>
            </a:lvl9pPr>
          </a:lstStyle>
          <a:p xmlns:a="http://schemas.openxmlformats.org/drawingml/2006/main">
            <a:pPr algn="l">
              <a:buNone/>
              <a:defRPr sz="2250" b="1">
                <a:solidFill>
                  <a:srgbClr val="15796D"/>
                </a:solidFill>
                <a:latin typeface="Arial Unicode MS"/>
                <a:ea typeface="Arial Unicode MS"/>
                <a:cs typeface="Arial Unicode MS"/>
              </a:defRPr>
            </a:pPr>
            <a:r>
              <a:rPr sz="2250" b="1">
                <a:solidFill>
                  <a:srgbClr val="15796D"/>
                </a:solidFill>
                <a:latin typeface="Arial Unicode MS"/>
                <a:ea typeface="Arial Unicode MS"/>
                <a:cs typeface="Arial Unicode MS"/>
              </a:rPr>
              <a:t>인용문이 실제 PDF에 있는지 확인</a:t>
            </a:r>
          </a:p>
        </p:txBody>
      </p:sp>
      <p:sp>
        <p:nvSpPr>
          <p:cNvPr id="5" name="code-quote">
            <a:extLst xmlns:a="http://schemas.openxmlformats.org/drawingml/2006/main">
              <a:ext uri="{FF2B5EF4-FFF2-40B4-BE49-F238E27FC236}">
                <a16:creationId xmlns:a16="http://schemas.microsoft.com/office/drawing/2014/main" id="{4E8E1B9D-7085-4A14-9F0C-AB4D38472EEE}"/>
              </a:ext>
            </a:extLst>
          </p:cNvPr>
          <p:cNvSpPr>
            <a:spLocks xmlns:a="http://schemas.openxmlformats.org/drawingml/2006/main" noGrp="1"/>
          </p:cNvSpPr>
          <p:nvPr/>
        </p:nvSpPr>
        <p:spPr>
          <a:xfrm xmlns:a="http://schemas.openxmlformats.org/drawingml/2006/main">
            <a:off x="609600" y="24669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025" b="0">
                <a:solidFill>
                  <a:srgbClr val="173C46"/>
                </a:solidFill>
                <a:latin typeface="Arial Unicode MS"/>
                <a:ea typeface="Arial Unicode MS"/>
                <a:cs typeface="Arial Unicode MS"/>
              </a:defRPr>
            </a:defPPr>
            <a:lvl1pPr algn="l">
              <a:buNone/>
              <a:defRPr sz="2025" b="0">
                <a:solidFill>
                  <a:srgbClr val="173C46"/>
                </a:solidFill>
                <a:latin typeface="Arial Unicode MS"/>
                <a:ea typeface="Arial Unicode MS"/>
                <a:cs typeface="Arial Unicode MS"/>
              </a:defRPr>
            </a:lvl1pPr>
            <a:lvl2pPr algn="l">
              <a:buNone/>
              <a:defRPr sz="2025" b="0">
                <a:solidFill>
                  <a:srgbClr val="173C46"/>
                </a:solidFill>
                <a:latin typeface="Arial Unicode MS"/>
                <a:ea typeface="Arial Unicode MS"/>
                <a:cs typeface="Arial Unicode MS"/>
              </a:defRPr>
            </a:lvl2pPr>
            <a:lvl3pPr algn="l">
              <a:buNone/>
              <a:defRPr sz="2025" b="0">
                <a:solidFill>
                  <a:srgbClr val="173C46"/>
                </a:solidFill>
                <a:latin typeface="Arial Unicode MS"/>
                <a:ea typeface="Arial Unicode MS"/>
                <a:cs typeface="Arial Unicode MS"/>
              </a:defRPr>
            </a:lvl3pPr>
            <a:lvl4pPr algn="l">
              <a:buNone/>
              <a:defRPr sz="2025" b="0">
                <a:solidFill>
                  <a:srgbClr val="173C46"/>
                </a:solidFill>
                <a:latin typeface="Arial Unicode MS"/>
                <a:ea typeface="Arial Unicode MS"/>
                <a:cs typeface="Arial Unicode MS"/>
              </a:defRPr>
            </a:lvl4pPr>
            <a:lvl5pPr algn="l">
              <a:buNone/>
              <a:defRPr sz="2025" b="0">
                <a:solidFill>
                  <a:srgbClr val="173C46"/>
                </a:solidFill>
                <a:latin typeface="Arial Unicode MS"/>
                <a:ea typeface="Arial Unicode MS"/>
                <a:cs typeface="Arial Unicode MS"/>
              </a:defRPr>
            </a:lvl5pPr>
            <a:lvl6pPr algn="l">
              <a:buNone/>
              <a:defRPr sz="2025" b="0">
                <a:solidFill>
                  <a:srgbClr val="173C46"/>
                </a:solidFill>
                <a:latin typeface="Arial Unicode MS"/>
                <a:ea typeface="Arial Unicode MS"/>
                <a:cs typeface="Arial Unicode MS"/>
              </a:defRPr>
            </a:lvl6pPr>
            <a:lvl7pPr algn="l">
              <a:buNone/>
              <a:defRPr sz="2025" b="0">
                <a:solidFill>
                  <a:srgbClr val="173C46"/>
                </a:solidFill>
                <a:latin typeface="Arial Unicode MS"/>
                <a:ea typeface="Arial Unicode MS"/>
                <a:cs typeface="Arial Unicode MS"/>
              </a:defRPr>
            </a:lvl7pPr>
            <a:lvl8pPr algn="l">
              <a:buNone/>
              <a:defRPr sz="2025" b="0">
                <a:solidFill>
                  <a:srgbClr val="173C46"/>
                </a:solidFill>
                <a:latin typeface="Arial Unicode MS"/>
                <a:ea typeface="Arial Unicode MS"/>
                <a:cs typeface="Arial Unicode MS"/>
              </a:defRPr>
            </a:lvl8pPr>
            <a:lvl9pPr algn="l">
              <a:buNone/>
              <a:defRPr sz="2025" b="0">
                <a:solidFill>
                  <a:srgbClr val="173C46"/>
                </a:solidFill>
                <a:latin typeface="Arial Unicode MS"/>
                <a:ea typeface="Arial Unicode MS"/>
                <a:cs typeface="Arial Unicode MS"/>
              </a:defRPr>
            </a:lvl9pPr>
          </a:lstStyle>
          <a:p xmlns:a="http://schemas.openxmlformats.org/drawingml/2006/main">
            <a:pPr algn="l">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if page is None or </a:t>
            </a:r>
            <a:r>
              <a:rPr sz="2025" b="0">
                <a:solidFill>
                  <a:srgbClr val="15796D"/>
                </a:solidFill>
                <a:latin typeface="Arial Unicode MS"/>
                <a:ea typeface="Arial Unicode MS"/>
                <a:cs typeface="Arial Unicode MS"/>
              </a:rPr>
              <a:t>quote not in page["text"]</a:t>
            </a:r>
            <a:r>
              <a:rPr sz="2025" b="0">
                <a:solidFill>
                  <a:srgbClr val="173C46"/>
                </a:solidFill>
                <a:latin typeface="Arial Unicode MS"/>
                <a:ea typeface="Arial Unicode MS"/>
                <a:cs typeface="Arial Unicode MS"/>
              </a:rPr>
              <a:t>:</a:t>
            </a:r>
          </a:p>
          <a:p xmlns:a="http://schemas.openxmlformats.org/drawingml/2006/main">
            <a:pPr algn="l">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    return "AI 인용이 해당 PDF 원문 페이지에 존재하지 않습니다."</a:t>
            </a:r>
          </a:p>
        </p:txBody>
      </p:sp>
      <p:sp>
        <p:nvSpPr>
          <p:cNvPr id="6" name="reject-label">
            <a:extLst xmlns:a="http://schemas.openxmlformats.org/drawingml/2006/main">
              <a:ext uri="{FF2B5EF4-FFF2-40B4-BE49-F238E27FC236}">
                <a16:creationId xmlns:a16="http://schemas.microsoft.com/office/drawing/2014/main" id="{169B83DD-5C59-4EE0-9326-10B514035507}"/>
              </a:ext>
            </a:extLst>
          </p:cNvPr>
          <p:cNvSpPr>
            <a:spLocks xmlns:a="http://schemas.openxmlformats.org/drawingml/2006/main" noGrp="1"/>
          </p:cNvSpPr>
          <p:nvPr/>
        </p:nvSpPr>
        <p:spPr>
          <a:xfrm xmlns:a="http://schemas.openxmlformats.org/drawingml/2006/main">
            <a:off x="609600" y="3667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250" b="1">
                <a:solidFill>
                  <a:srgbClr val="15796D"/>
                </a:solidFill>
                <a:latin typeface="Arial Unicode MS"/>
                <a:ea typeface="Arial Unicode MS"/>
                <a:cs typeface="Arial Unicode MS"/>
              </a:defRPr>
            </a:defPPr>
            <a:lvl1pPr algn="l">
              <a:buNone/>
              <a:defRPr sz="2250" b="1">
                <a:solidFill>
                  <a:srgbClr val="15796D"/>
                </a:solidFill>
                <a:latin typeface="Arial Unicode MS"/>
                <a:ea typeface="Arial Unicode MS"/>
                <a:cs typeface="Arial Unicode MS"/>
              </a:defRPr>
            </a:lvl1pPr>
            <a:lvl2pPr algn="l">
              <a:buNone/>
              <a:defRPr sz="2250" b="1">
                <a:solidFill>
                  <a:srgbClr val="15796D"/>
                </a:solidFill>
                <a:latin typeface="Arial Unicode MS"/>
                <a:ea typeface="Arial Unicode MS"/>
                <a:cs typeface="Arial Unicode MS"/>
              </a:defRPr>
            </a:lvl2pPr>
            <a:lvl3pPr algn="l">
              <a:buNone/>
              <a:defRPr sz="2250" b="1">
                <a:solidFill>
                  <a:srgbClr val="15796D"/>
                </a:solidFill>
                <a:latin typeface="Arial Unicode MS"/>
                <a:ea typeface="Arial Unicode MS"/>
                <a:cs typeface="Arial Unicode MS"/>
              </a:defRPr>
            </a:lvl3pPr>
            <a:lvl4pPr algn="l">
              <a:buNone/>
              <a:defRPr sz="2250" b="1">
                <a:solidFill>
                  <a:srgbClr val="15796D"/>
                </a:solidFill>
                <a:latin typeface="Arial Unicode MS"/>
                <a:ea typeface="Arial Unicode MS"/>
                <a:cs typeface="Arial Unicode MS"/>
              </a:defRPr>
            </a:lvl4pPr>
            <a:lvl5pPr algn="l">
              <a:buNone/>
              <a:defRPr sz="2250" b="1">
                <a:solidFill>
                  <a:srgbClr val="15796D"/>
                </a:solidFill>
                <a:latin typeface="Arial Unicode MS"/>
                <a:ea typeface="Arial Unicode MS"/>
                <a:cs typeface="Arial Unicode MS"/>
              </a:defRPr>
            </a:lvl5pPr>
            <a:lvl6pPr algn="l">
              <a:buNone/>
              <a:defRPr sz="2250" b="1">
                <a:solidFill>
                  <a:srgbClr val="15796D"/>
                </a:solidFill>
                <a:latin typeface="Arial Unicode MS"/>
                <a:ea typeface="Arial Unicode MS"/>
                <a:cs typeface="Arial Unicode MS"/>
              </a:defRPr>
            </a:lvl6pPr>
            <a:lvl7pPr algn="l">
              <a:buNone/>
              <a:defRPr sz="2250" b="1">
                <a:solidFill>
                  <a:srgbClr val="15796D"/>
                </a:solidFill>
                <a:latin typeface="Arial Unicode MS"/>
                <a:ea typeface="Arial Unicode MS"/>
                <a:cs typeface="Arial Unicode MS"/>
              </a:defRPr>
            </a:lvl7pPr>
            <a:lvl8pPr algn="l">
              <a:buNone/>
              <a:defRPr sz="2250" b="1">
                <a:solidFill>
                  <a:srgbClr val="15796D"/>
                </a:solidFill>
                <a:latin typeface="Arial Unicode MS"/>
                <a:ea typeface="Arial Unicode MS"/>
                <a:cs typeface="Arial Unicode MS"/>
              </a:defRPr>
            </a:lvl8pPr>
            <a:lvl9pPr algn="l">
              <a:buNone/>
              <a:defRPr sz="2250" b="1">
                <a:solidFill>
                  <a:srgbClr val="15796D"/>
                </a:solidFill>
                <a:latin typeface="Arial Unicode MS"/>
                <a:ea typeface="Arial Unicode MS"/>
                <a:cs typeface="Arial Unicode MS"/>
              </a:defRPr>
            </a:lvl9pPr>
          </a:lstStyle>
          <a:p xmlns:a="http://schemas.openxmlformats.org/drawingml/2006/main">
            <a:pPr algn="l">
              <a:buNone/>
              <a:defRPr sz="2250" b="1">
                <a:solidFill>
                  <a:srgbClr val="15796D"/>
                </a:solidFill>
                <a:latin typeface="Arial Unicode MS"/>
                <a:ea typeface="Arial Unicode MS"/>
                <a:cs typeface="Arial Unicode MS"/>
              </a:defRPr>
            </a:pPr>
            <a:r>
              <a:rPr sz="2250" b="1">
                <a:solidFill>
                  <a:srgbClr val="15796D"/>
                </a:solidFill>
                <a:latin typeface="Arial Unicode MS"/>
                <a:ea typeface="Arial Unicode MS"/>
                <a:cs typeface="Arial Unicode MS"/>
              </a:rPr>
              <a:t>검증 함수가 실패 사유를 반환하면 값을 확정하지 않음</a:t>
            </a:r>
          </a:p>
        </p:txBody>
      </p:sp>
      <p:sp>
        <p:nvSpPr>
          <p:cNvPr id="7" name="code-uncertain">
            <a:extLst xmlns:a="http://schemas.openxmlformats.org/drawingml/2006/main">
              <a:ext uri="{FF2B5EF4-FFF2-40B4-BE49-F238E27FC236}">
                <a16:creationId xmlns:a16="http://schemas.microsoft.com/office/drawing/2014/main" id="{0299FAB1-B4F2-4855-8110-4AE865D5557B}"/>
              </a:ext>
            </a:extLst>
          </p:cNvPr>
          <p:cNvSpPr>
            <a:spLocks xmlns:a="http://schemas.openxmlformats.org/drawingml/2006/main" noGrp="1"/>
          </p:cNvSpPr>
          <p:nvPr/>
        </p:nvSpPr>
        <p:spPr>
          <a:xfrm xmlns:a="http://schemas.openxmlformats.org/drawingml/2006/main">
            <a:off x="609600" y="4267200"/>
            <a:ext cx="109728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875" b="0">
                <a:solidFill>
                  <a:srgbClr val="173C46"/>
                </a:solidFill>
                <a:latin typeface="Arial Unicode MS"/>
                <a:ea typeface="Arial Unicode MS"/>
                <a:cs typeface="Arial Unicode MS"/>
              </a:defRPr>
            </a:defPPr>
            <a:lvl1pPr algn="l">
              <a:buNone/>
              <a:defRPr sz="1875" b="0">
                <a:solidFill>
                  <a:srgbClr val="173C46"/>
                </a:solidFill>
                <a:latin typeface="Arial Unicode MS"/>
                <a:ea typeface="Arial Unicode MS"/>
                <a:cs typeface="Arial Unicode MS"/>
              </a:defRPr>
            </a:lvl1pPr>
            <a:lvl2pPr algn="l">
              <a:buNone/>
              <a:defRPr sz="1875" b="0">
                <a:solidFill>
                  <a:srgbClr val="173C46"/>
                </a:solidFill>
                <a:latin typeface="Arial Unicode MS"/>
                <a:ea typeface="Arial Unicode MS"/>
                <a:cs typeface="Arial Unicode MS"/>
              </a:defRPr>
            </a:lvl2pPr>
            <a:lvl3pPr algn="l">
              <a:buNone/>
              <a:defRPr sz="1875" b="0">
                <a:solidFill>
                  <a:srgbClr val="173C46"/>
                </a:solidFill>
                <a:latin typeface="Arial Unicode MS"/>
                <a:ea typeface="Arial Unicode MS"/>
                <a:cs typeface="Arial Unicode MS"/>
              </a:defRPr>
            </a:lvl3pPr>
            <a:lvl4pPr algn="l">
              <a:buNone/>
              <a:defRPr sz="1875" b="0">
                <a:solidFill>
                  <a:srgbClr val="173C46"/>
                </a:solidFill>
                <a:latin typeface="Arial Unicode MS"/>
                <a:ea typeface="Arial Unicode MS"/>
                <a:cs typeface="Arial Unicode MS"/>
              </a:defRPr>
            </a:lvl4pPr>
            <a:lvl5pPr algn="l">
              <a:buNone/>
              <a:defRPr sz="1875" b="0">
                <a:solidFill>
                  <a:srgbClr val="173C46"/>
                </a:solidFill>
                <a:latin typeface="Arial Unicode MS"/>
                <a:ea typeface="Arial Unicode MS"/>
                <a:cs typeface="Arial Unicode MS"/>
              </a:defRPr>
            </a:lvl5pPr>
            <a:lvl6pPr algn="l">
              <a:buNone/>
              <a:defRPr sz="1875" b="0">
                <a:solidFill>
                  <a:srgbClr val="173C46"/>
                </a:solidFill>
                <a:latin typeface="Arial Unicode MS"/>
                <a:ea typeface="Arial Unicode MS"/>
                <a:cs typeface="Arial Unicode MS"/>
              </a:defRPr>
            </a:lvl6pPr>
            <a:lvl7pPr algn="l">
              <a:buNone/>
              <a:defRPr sz="1875" b="0">
                <a:solidFill>
                  <a:srgbClr val="173C46"/>
                </a:solidFill>
                <a:latin typeface="Arial Unicode MS"/>
                <a:ea typeface="Arial Unicode MS"/>
                <a:cs typeface="Arial Unicode MS"/>
              </a:defRPr>
            </a:lvl7pPr>
            <a:lvl8pPr algn="l">
              <a:buNone/>
              <a:defRPr sz="1875" b="0">
                <a:solidFill>
                  <a:srgbClr val="173C46"/>
                </a:solidFill>
                <a:latin typeface="Arial Unicode MS"/>
                <a:ea typeface="Arial Unicode MS"/>
                <a:cs typeface="Arial Unicode MS"/>
              </a:defRPr>
            </a:lvl8pPr>
            <a:lvl9pPr algn="l">
              <a:buNone/>
              <a:defRPr sz="1875" b="0">
                <a:solidFill>
                  <a:srgbClr val="173C46"/>
                </a:solidFill>
                <a:latin typeface="Arial Unicode MS"/>
                <a:ea typeface="Arial Unicode MS"/>
                <a:cs typeface="Arial Unicode MS"/>
              </a:defRPr>
            </a:lvl9pPr>
          </a:lstStyle>
          <a:p xmlns:a="http://schemas.openxmlformats.org/drawingml/2006/main">
            <a:pPr algn="l">
              <a:buNone/>
              <a:defRPr sz="1875" b="0">
                <a:solidFill>
                  <a:srgbClr val="173C46"/>
                </a:solidFill>
                <a:latin typeface="Arial Unicode MS"/>
                <a:ea typeface="Arial Unicode MS"/>
                <a:cs typeface="Arial Unicode MS"/>
              </a:defRPr>
            </a:pPr>
            <a:r>
              <a:rPr sz="1875" b="0">
                <a:solidFill>
                  <a:srgbClr val="15796D"/>
                </a:solidFill>
                <a:latin typeface="Arial Unicode MS"/>
                <a:ea typeface="Arial Unicode MS"/>
                <a:cs typeface="Arial Unicode MS"/>
              </a:rPr>
              <a:t>if reason is not None</a:t>
            </a:r>
            <a:r>
              <a:rPr sz="1875" b="0">
                <a:solidFill>
                  <a:srgbClr val="173C46"/>
                </a:solidFill>
                <a:latin typeface="Arial Unicode MS"/>
                <a:ea typeface="Arial Unicode MS"/>
                <a:cs typeface="Arial Unicode MS"/>
              </a:rPr>
              <a:t>:</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item["document"]["fields"][field] = </a:t>
            </a:r>
            <a:r>
              <a:rPr sz="1875" b="0">
                <a:solidFill>
                  <a:srgbClr val="15796D"/>
                </a:solidFill>
                <a:latin typeface="Arial Unicode MS"/>
                <a:ea typeface="Arial Unicode MS"/>
                <a:cs typeface="Arial Unicode MS"/>
              </a:rPr>
              <a:t>_uncertain</a:t>
            </a:r>
            <a:r>
              <a:rPr sz="1875" b="0">
                <a:solidFill>
                  <a:srgbClr val="173C46"/>
                </a:solidFill>
                <a:latin typeface="Arial Unicode MS"/>
                <a:ea typeface="Arial Unicode MS"/>
                <a:cs typeface="Arial Unicode MS"/>
              </a:rPr>
              <a:t>(reason, _occurrences(item, field))</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 686행: 경고 기록 생략</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continue</a:t>
            </a:r>
          </a:p>
        </p:txBody>
      </p:sp>
      <p:sp>
        <p:nvSpPr>
          <p:cNvPr id="8" name="scope">
            <a:extLst xmlns:a="http://schemas.openxmlformats.org/drawingml/2006/main">
              <a:ext uri="{FF2B5EF4-FFF2-40B4-BE49-F238E27FC236}">
                <a16:creationId xmlns:a16="http://schemas.microsoft.com/office/drawing/2014/main" id="{81F5A831-63C7-4E85-8A44-25FD8A38C6E9}"/>
              </a:ext>
            </a:extLst>
          </p:cNvPr>
          <p:cNvSpPr>
            <a:spLocks xmlns:a="http://schemas.openxmlformats.org/drawingml/2006/main" noGrp="1"/>
          </p:cNvSpPr>
          <p:nvPr/>
        </p:nvSpPr>
        <p:spPr>
          <a:xfrm xmlns:a="http://schemas.openxmlformats.org/drawingml/2006/main">
            <a:off x="609600" y="606742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검색 결과와의 일치, 항목 연결, 복수 값·조건도 검사합니다. 원문 일치만으로 의미 정확도를 보장하지 않습니다.</a:t>
            </a:r>
          </a:p>
        </p:txBody>
      </p:sp>
    </p:spTree>
    <p:extLst>
      <p:ext uri="{BB962C8B-B14F-4D97-AF65-F5344CB8AC3E}">
        <p14:creationId xmlns:p14="http://schemas.microsoft.com/office/powerpoint/2010/main" val="93412733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heading">
            <a:extLst xmlns:a="http://schemas.openxmlformats.org/drawingml/2006/main">
              <a:ext uri="{FF2B5EF4-FFF2-40B4-BE49-F238E27FC236}">
                <a16:creationId xmlns:a16="http://schemas.microsoft.com/office/drawing/2014/main" id="{B10DE193-CF2E-49D4-B49A-EC349E28BA94}"/>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3300" b="1">
                <a:solidFill>
                  <a:srgbClr val="173C46"/>
                </a:solidFill>
                <a:latin typeface="Arial Unicode MS"/>
                <a:ea typeface="Arial Unicode MS"/>
                <a:cs typeface="Arial Unicode MS"/>
              </a:defRPr>
            </a:defPPr>
            <a:lvl1pPr algn="l">
              <a:buNone/>
              <a:defRPr sz="3300" b="1">
                <a:solidFill>
                  <a:srgbClr val="173C46"/>
                </a:solidFill>
                <a:latin typeface="Arial Unicode MS"/>
                <a:ea typeface="Arial Unicode MS"/>
                <a:cs typeface="Arial Unicode MS"/>
              </a:defRPr>
            </a:lvl1pPr>
            <a:lvl2pPr algn="l">
              <a:buNone/>
              <a:defRPr sz="3300" b="1">
                <a:solidFill>
                  <a:srgbClr val="173C46"/>
                </a:solidFill>
                <a:latin typeface="Arial Unicode MS"/>
                <a:ea typeface="Arial Unicode MS"/>
                <a:cs typeface="Arial Unicode MS"/>
              </a:defRPr>
            </a:lvl2pPr>
            <a:lvl3pPr algn="l">
              <a:buNone/>
              <a:defRPr sz="3300" b="1">
                <a:solidFill>
                  <a:srgbClr val="173C46"/>
                </a:solidFill>
                <a:latin typeface="Arial Unicode MS"/>
                <a:ea typeface="Arial Unicode MS"/>
                <a:cs typeface="Arial Unicode MS"/>
              </a:defRPr>
            </a:lvl3pPr>
            <a:lvl4pPr algn="l">
              <a:buNone/>
              <a:defRPr sz="3300" b="1">
                <a:solidFill>
                  <a:srgbClr val="173C46"/>
                </a:solidFill>
                <a:latin typeface="Arial Unicode MS"/>
                <a:ea typeface="Arial Unicode MS"/>
                <a:cs typeface="Arial Unicode MS"/>
              </a:defRPr>
            </a:lvl4pPr>
            <a:lvl5pPr algn="l">
              <a:buNone/>
              <a:defRPr sz="3300" b="1">
                <a:solidFill>
                  <a:srgbClr val="173C46"/>
                </a:solidFill>
                <a:latin typeface="Arial Unicode MS"/>
                <a:ea typeface="Arial Unicode MS"/>
                <a:cs typeface="Arial Unicode MS"/>
              </a:defRPr>
            </a:lvl5pPr>
            <a:lvl6pPr algn="l">
              <a:buNone/>
              <a:defRPr sz="3300" b="1">
                <a:solidFill>
                  <a:srgbClr val="173C46"/>
                </a:solidFill>
                <a:latin typeface="Arial Unicode MS"/>
                <a:ea typeface="Arial Unicode MS"/>
                <a:cs typeface="Arial Unicode MS"/>
              </a:defRPr>
            </a:lvl6pPr>
            <a:lvl7pPr algn="l">
              <a:buNone/>
              <a:defRPr sz="3300" b="1">
                <a:solidFill>
                  <a:srgbClr val="173C46"/>
                </a:solidFill>
                <a:latin typeface="Arial Unicode MS"/>
                <a:ea typeface="Arial Unicode MS"/>
                <a:cs typeface="Arial Unicode MS"/>
              </a:defRPr>
            </a:lvl7pPr>
            <a:lvl8pPr algn="l">
              <a:buNone/>
              <a:defRPr sz="3300" b="1">
                <a:solidFill>
                  <a:srgbClr val="173C46"/>
                </a:solidFill>
                <a:latin typeface="Arial Unicode MS"/>
                <a:ea typeface="Arial Unicode MS"/>
                <a:cs typeface="Arial Unicode MS"/>
              </a:defRPr>
            </a:lvl8pPr>
            <a:lvl9pPr algn="l">
              <a:buNone/>
              <a:defRPr sz="3300" b="1">
                <a:solidFill>
                  <a:srgbClr val="173C46"/>
                </a:solidFill>
                <a:latin typeface="Arial Unicode MS"/>
                <a:ea typeface="Arial Unicode MS"/>
                <a:cs typeface="Arial Unicode MS"/>
              </a:defRPr>
            </a:lvl9pPr>
          </a:lstStyle>
          <a:p xmlns:a="http://schemas.openxmlformats.org/drawingml/2006/main">
            <a:pPr algn="l">
              <a:buNone/>
              <a:defRPr sz="3300" b="1">
                <a:solidFill>
                  <a:srgbClr val="173C46"/>
                </a:solidFill>
                <a:latin typeface="Arial Unicode MS"/>
                <a:ea typeface="Arial Unicode MS"/>
                <a:cs typeface="Arial Unicode MS"/>
              </a:defRPr>
            </a:pPr>
            <a:r>
              <a:rPr sz="3300" b="1">
                <a:solidFill>
                  <a:srgbClr val="173C46"/>
                </a:solidFill>
                <a:latin typeface="Arial Unicode MS"/>
                <a:ea typeface="Arial Unicode MS"/>
                <a:cs typeface="Arial Unicode MS"/>
              </a:rPr>
              <a:t>사양 비교와 보류 분기</a:t>
            </a:r>
          </a:p>
        </p:txBody>
      </p:sp>
      <p:sp>
        <p:nvSpPr>
          <p:cNvPr id="2" name="source">
            <a:extLst xmlns:a="http://schemas.openxmlformats.org/drawingml/2006/main">
              <a:ext uri="{FF2B5EF4-FFF2-40B4-BE49-F238E27FC236}">
                <a16:creationId xmlns:a16="http://schemas.microsoft.com/office/drawing/2014/main" id="{9A929D46-08C2-410B-8613-2E759D2EB1B0}"/>
              </a:ext>
            </a:extLst>
          </p:cNvPr>
          <p:cNvSpPr>
            <a:spLocks xmlns:a="http://schemas.openxmlformats.org/drawingml/2006/main" noGrp="1"/>
          </p:cNvSpPr>
          <p:nvPr/>
        </p:nvSpPr>
        <p:spPr>
          <a:xfrm xmlns:a="http://schemas.openxmlformats.org/drawingml/2006/main">
            <a:off x="609600" y="13144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review.py · review_case · 193–200행 발췌 · 오류·설명 문자열 생략</a:t>
            </a:r>
          </a:p>
        </p:txBody>
      </p:sp>
      <p:sp>
        <p:nvSpPr>
          <p:cNvPr id="3" name="page">
            <a:extLst xmlns:a="http://schemas.openxmlformats.org/drawingml/2006/main">
              <a:ext uri="{FF2B5EF4-FFF2-40B4-BE49-F238E27FC236}">
                <a16:creationId xmlns:a16="http://schemas.microsoft.com/office/drawing/2014/main" id="{781CFC29-4A10-483E-9F76-2F57950774A1}"/>
              </a:ext>
            </a:extLst>
          </p:cNvPr>
          <p:cNvSpPr>
            <a:spLocks xmlns:a="http://schemas.openxmlformats.org/drawingml/2006/main" noGrp="1"/>
          </p:cNvSpPr>
          <p:nvPr/>
        </p:nvSpPr>
        <p:spPr>
          <a:xfrm xmlns:a="http://schemas.openxmlformats.org/drawingml/2006/main">
            <a:off x="11049000" y="641032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350" b="0">
                <a:solidFill>
                  <a:srgbClr val="64777E"/>
                </a:solidFill>
                <a:latin typeface="Arial Unicode MS"/>
                <a:ea typeface="Arial Unicode MS"/>
                <a:cs typeface="Arial Unicode MS"/>
              </a:defRPr>
            </a:defPPr>
            <a:lvl1pPr algn="l">
              <a:buNone/>
              <a:defRPr sz="1350" b="0">
                <a:solidFill>
                  <a:srgbClr val="64777E"/>
                </a:solidFill>
                <a:latin typeface="Arial Unicode MS"/>
                <a:ea typeface="Arial Unicode MS"/>
                <a:cs typeface="Arial Unicode MS"/>
              </a:defRPr>
            </a:lvl1pPr>
            <a:lvl2pPr algn="l">
              <a:buNone/>
              <a:defRPr sz="1350" b="0">
                <a:solidFill>
                  <a:srgbClr val="64777E"/>
                </a:solidFill>
                <a:latin typeface="Arial Unicode MS"/>
                <a:ea typeface="Arial Unicode MS"/>
                <a:cs typeface="Arial Unicode MS"/>
              </a:defRPr>
            </a:lvl2pPr>
            <a:lvl3pPr algn="l">
              <a:buNone/>
              <a:defRPr sz="1350" b="0">
                <a:solidFill>
                  <a:srgbClr val="64777E"/>
                </a:solidFill>
                <a:latin typeface="Arial Unicode MS"/>
                <a:ea typeface="Arial Unicode MS"/>
                <a:cs typeface="Arial Unicode MS"/>
              </a:defRPr>
            </a:lvl3pPr>
            <a:lvl4pPr algn="l">
              <a:buNone/>
              <a:defRPr sz="1350" b="0">
                <a:solidFill>
                  <a:srgbClr val="64777E"/>
                </a:solidFill>
                <a:latin typeface="Arial Unicode MS"/>
                <a:ea typeface="Arial Unicode MS"/>
                <a:cs typeface="Arial Unicode MS"/>
              </a:defRPr>
            </a:lvl4pPr>
            <a:lvl5pPr algn="l">
              <a:buNone/>
              <a:defRPr sz="1350" b="0">
                <a:solidFill>
                  <a:srgbClr val="64777E"/>
                </a:solidFill>
                <a:latin typeface="Arial Unicode MS"/>
                <a:ea typeface="Arial Unicode MS"/>
                <a:cs typeface="Arial Unicode MS"/>
              </a:defRPr>
            </a:lvl5pPr>
            <a:lvl6pPr algn="l">
              <a:buNone/>
              <a:defRPr sz="1350" b="0">
                <a:solidFill>
                  <a:srgbClr val="64777E"/>
                </a:solidFill>
                <a:latin typeface="Arial Unicode MS"/>
                <a:ea typeface="Arial Unicode MS"/>
                <a:cs typeface="Arial Unicode MS"/>
              </a:defRPr>
            </a:lvl6pPr>
            <a:lvl7pPr algn="l">
              <a:buNone/>
              <a:defRPr sz="1350" b="0">
                <a:solidFill>
                  <a:srgbClr val="64777E"/>
                </a:solidFill>
                <a:latin typeface="Arial Unicode MS"/>
                <a:ea typeface="Arial Unicode MS"/>
                <a:cs typeface="Arial Unicode MS"/>
              </a:defRPr>
            </a:lvl7pPr>
            <a:lvl8pPr algn="l">
              <a:buNone/>
              <a:defRPr sz="1350" b="0">
                <a:solidFill>
                  <a:srgbClr val="64777E"/>
                </a:solidFill>
                <a:latin typeface="Arial Unicode MS"/>
                <a:ea typeface="Arial Unicode MS"/>
                <a:cs typeface="Arial Unicode MS"/>
              </a:defRPr>
            </a:lvl8pPr>
            <a:lvl9pPr algn="l">
              <a:buNone/>
              <a:defRPr sz="1350" b="0">
                <a:solidFill>
                  <a:srgbClr val="64777E"/>
                </a:solidFill>
                <a:latin typeface="Arial Unicode MS"/>
                <a:ea typeface="Arial Unicode MS"/>
                <a:cs typeface="Arial Unicode MS"/>
              </a:defRPr>
            </a:lvl9pPr>
          </a:lstStyle>
          <a:p xmlns:a="http://schemas.openxmlformats.org/drawingml/2006/main">
            <a:pPr algn="l">
              <a:buNone/>
              <a:defRPr sz="1350" b="0">
                <a:solidFill>
                  <a:srgbClr val="64777E"/>
                </a:solidFill>
                <a:latin typeface="Arial Unicode MS"/>
                <a:ea typeface="Arial Unicode MS"/>
                <a:cs typeface="Arial Unicode MS"/>
              </a:defRPr>
            </a:pPr>
            <a:r>
              <a:rPr sz="1350" b="0">
                <a:solidFill>
                  <a:srgbClr val="64777E"/>
                </a:solidFill>
                <a:latin typeface="Arial Unicode MS"/>
                <a:ea typeface="Arial Unicode MS"/>
                <a:cs typeface="Arial Unicode MS"/>
              </a:rPr>
              <a:t>08</a:t>
            </a:r>
          </a:p>
        </p:txBody>
      </p:sp>
      <p:sp>
        <p:nvSpPr>
          <p:cNvPr id="4" name="code-compare">
            <a:extLst xmlns:a="http://schemas.openxmlformats.org/drawingml/2006/main">
              <a:ext uri="{FF2B5EF4-FFF2-40B4-BE49-F238E27FC236}">
                <a16:creationId xmlns:a16="http://schemas.microsoft.com/office/drawing/2014/main" id="{02973F04-3E6F-4D83-A3FE-51B754AAA815}"/>
              </a:ext>
            </a:extLst>
          </p:cNvPr>
          <p:cNvSpPr>
            <a:spLocks xmlns:a="http://schemas.openxmlformats.org/drawingml/2006/main" noGrp="1"/>
          </p:cNvSpPr>
          <p:nvPr/>
        </p:nvSpPr>
        <p:spPr>
          <a:xfrm xmlns:a="http://schemas.openxmlformats.org/drawingml/2006/main">
            <a:off x="609600" y="1952625"/>
            <a:ext cx="10972800" cy="2914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025" b="0">
                <a:solidFill>
                  <a:srgbClr val="173C46"/>
                </a:solidFill>
                <a:latin typeface="Arial Unicode MS"/>
                <a:ea typeface="Arial Unicode MS"/>
                <a:cs typeface="Arial Unicode MS"/>
              </a:defRPr>
            </a:defPPr>
            <a:lvl1pPr algn="l">
              <a:buNone/>
              <a:defRPr sz="2025" b="0">
                <a:solidFill>
                  <a:srgbClr val="173C46"/>
                </a:solidFill>
                <a:latin typeface="Arial Unicode MS"/>
                <a:ea typeface="Arial Unicode MS"/>
                <a:cs typeface="Arial Unicode MS"/>
              </a:defRPr>
            </a:lvl1pPr>
            <a:lvl2pPr algn="l">
              <a:buNone/>
              <a:defRPr sz="2025" b="0">
                <a:solidFill>
                  <a:srgbClr val="173C46"/>
                </a:solidFill>
                <a:latin typeface="Arial Unicode MS"/>
                <a:ea typeface="Arial Unicode MS"/>
                <a:cs typeface="Arial Unicode MS"/>
              </a:defRPr>
            </a:lvl2pPr>
            <a:lvl3pPr algn="l">
              <a:buNone/>
              <a:defRPr sz="2025" b="0">
                <a:solidFill>
                  <a:srgbClr val="173C46"/>
                </a:solidFill>
                <a:latin typeface="Arial Unicode MS"/>
                <a:ea typeface="Arial Unicode MS"/>
                <a:cs typeface="Arial Unicode MS"/>
              </a:defRPr>
            </a:lvl3pPr>
            <a:lvl4pPr algn="l">
              <a:buNone/>
              <a:defRPr sz="2025" b="0">
                <a:solidFill>
                  <a:srgbClr val="173C46"/>
                </a:solidFill>
                <a:latin typeface="Arial Unicode MS"/>
                <a:ea typeface="Arial Unicode MS"/>
                <a:cs typeface="Arial Unicode MS"/>
              </a:defRPr>
            </a:lvl4pPr>
            <a:lvl5pPr algn="l">
              <a:buNone/>
              <a:defRPr sz="2025" b="0">
                <a:solidFill>
                  <a:srgbClr val="173C46"/>
                </a:solidFill>
                <a:latin typeface="Arial Unicode MS"/>
                <a:ea typeface="Arial Unicode MS"/>
                <a:cs typeface="Arial Unicode MS"/>
              </a:defRPr>
            </a:lvl5pPr>
            <a:lvl6pPr algn="l">
              <a:buNone/>
              <a:defRPr sz="2025" b="0">
                <a:solidFill>
                  <a:srgbClr val="173C46"/>
                </a:solidFill>
                <a:latin typeface="Arial Unicode MS"/>
                <a:ea typeface="Arial Unicode MS"/>
                <a:cs typeface="Arial Unicode MS"/>
              </a:defRPr>
            </a:lvl6pPr>
            <a:lvl7pPr algn="l">
              <a:buNone/>
              <a:defRPr sz="2025" b="0">
                <a:solidFill>
                  <a:srgbClr val="173C46"/>
                </a:solidFill>
                <a:latin typeface="Arial Unicode MS"/>
                <a:ea typeface="Arial Unicode MS"/>
                <a:cs typeface="Arial Unicode MS"/>
              </a:defRPr>
            </a:lvl7pPr>
            <a:lvl8pPr algn="l">
              <a:buNone/>
              <a:defRPr sz="2025" b="0">
                <a:solidFill>
                  <a:srgbClr val="173C46"/>
                </a:solidFill>
                <a:latin typeface="Arial Unicode MS"/>
                <a:ea typeface="Arial Unicode MS"/>
                <a:cs typeface="Arial Unicode MS"/>
              </a:defRPr>
            </a:lvl8pPr>
            <a:lvl9pPr algn="l">
              <a:buNone/>
              <a:defRPr sz="2025" b="0">
                <a:solidFill>
                  <a:srgbClr val="173C46"/>
                </a:solidFill>
                <a:latin typeface="Arial Unicode MS"/>
                <a:ea typeface="Arial Unicode MS"/>
                <a:cs typeface="Arial Unicode MS"/>
              </a:defRPr>
            </a:lvl9pPr>
          </a:lstStyle>
          <a:p xmlns:a="http://schemas.openxmlformats.org/drawingml/2006/main">
            <a:pPr algn="l">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        if </a:t>
            </a:r>
            <a:r>
              <a:rPr sz="2025" b="0">
                <a:solidFill>
                  <a:srgbClr val="15796D"/>
                </a:solidFill>
                <a:latin typeface="Arial Unicode MS"/>
                <a:ea typeface="Arial Unicode MS"/>
                <a:cs typeface="Arial Unicode MS"/>
              </a:rPr>
              <a:t>expected.condition != actual.condition</a:t>
            </a:r>
            <a:r>
              <a:rPr sz="2025" b="0">
                <a:solidFill>
                  <a:srgbClr val="173C46"/>
                </a:solidFill>
                <a:latin typeface="Arial Unicode MS"/>
                <a:ea typeface="Arial Unicode MS"/>
                <a:cs typeface="Arial Unicode MS"/>
              </a:rPr>
              <a:t>:</a:t>
            </a:r>
          </a:p>
          <a:p xmlns:a="http://schemas.openxmlformats.org/drawingml/2006/main">
            <a:pPr algn="l">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            raise UncertainValue(...)</a:t>
            </a:r>
          </a:p>
          <a:p xmlns:a="http://schemas.openxmlformats.org/drawingml/2006/main">
            <a:pPr algn="l">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        if expected.comparable == actual.comparable:</a:t>
            </a:r>
          </a:p>
          <a:p xmlns:a="http://schemas.openxmlformats.org/drawingml/2006/main">
            <a:pPr algn="l">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            item.update(status=</a:t>
            </a:r>
            <a:r>
              <a:rPr sz="2025" b="0">
                <a:solidFill>
                  <a:srgbClr val="15796D"/>
                </a:solidFill>
                <a:latin typeface="Arial Unicode MS"/>
                <a:ea typeface="Arial Unicode MS"/>
                <a:cs typeface="Arial Unicode MS"/>
              </a:rPr>
              <a:t>"MATCH"</a:t>
            </a:r>
            <a:r>
              <a:rPr sz="2025" b="0">
                <a:solidFill>
                  <a:srgbClr val="173C46"/>
                </a:solidFill>
                <a:latin typeface="Arial Unicode MS"/>
                <a:ea typeface="Arial Unicode MS"/>
                <a:cs typeface="Arial Unicode MS"/>
              </a:rPr>
              <a:t>, reason=...)</a:t>
            </a:r>
          </a:p>
          <a:p xmlns:a="http://schemas.openxmlformats.org/drawingml/2006/main">
            <a:pPr algn="l">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        else:</a:t>
            </a:r>
          </a:p>
          <a:p xmlns:a="http://schemas.openxmlformats.org/drawingml/2006/main">
            <a:pPr algn="l">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            item.update(status=</a:t>
            </a:r>
            <a:r>
              <a:rPr sz="2025" b="0">
                <a:solidFill>
                  <a:srgbClr val="15796D"/>
                </a:solidFill>
                <a:latin typeface="Arial Unicode MS"/>
                <a:ea typeface="Arial Unicode MS"/>
                <a:cs typeface="Arial Unicode MS"/>
              </a:rPr>
              <a:t>"MISMATCH"</a:t>
            </a:r>
            <a:r>
              <a:rPr sz="2025" b="0">
                <a:solidFill>
                  <a:srgbClr val="173C46"/>
                </a:solidFill>
                <a:latin typeface="Arial Unicode MS"/>
                <a:ea typeface="Arial Unicode MS"/>
                <a:cs typeface="Arial Unicode MS"/>
              </a:rPr>
              <a:t>, reason=...)</a:t>
            </a:r>
          </a:p>
          <a:p xmlns:a="http://schemas.openxmlformats.org/drawingml/2006/main">
            <a:pPr algn="l">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except UncertainValue as exc:</a:t>
            </a:r>
          </a:p>
          <a:p xmlns:a="http://schemas.openxmlformats.org/drawingml/2006/main">
            <a:pPr algn="l">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    item.update(status=</a:t>
            </a:r>
            <a:r>
              <a:rPr sz="2025" b="0">
                <a:solidFill>
                  <a:srgbClr val="15796D"/>
                </a:solidFill>
                <a:latin typeface="Arial Unicode MS"/>
                <a:ea typeface="Arial Unicode MS"/>
                <a:cs typeface="Arial Unicode MS"/>
              </a:rPr>
              <a:t>"NEEDS_REVIEW"</a:t>
            </a:r>
            <a:r>
              <a:rPr sz="2025" b="0">
                <a:solidFill>
                  <a:srgbClr val="173C46"/>
                </a:solidFill>
                <a:latin typeface="Arial Unicode MS"/>
                <a:ea typeface="Arial Unicode MS"/>
                <a:cs typeface="Arial Unicode MS"/>
              </a:rPr>
              <a:t>, reason=str(exc))</a:t>
            </a:r>
          </a:p>
        </p:txBody>
      </p:sp>
      <p:sp>
        <p:nvSpPr>
          <p:cNvPr id="5" name="demo">
            <a:extLst xmlns:a="http://schemas.openxmlformats.org/drawingml/2006/main">
              <a:ext uri="{FF2B5EF4-FFF2-40B4-BE49-F238E27FC236}">
                <a16:creationId xmlns:a16="http://schemas.microsoft.com/office/drawing/2014/main" id="{1F3B6983-E0D3-4C09-A4B9-309F4FBD51FE}"/>
              </a:ext>
            </a:extLst>
          </p:cNvPr>
          <p:cNvSpPr>
            <a:spLocks xmlns:a="http://schemas.openxmlformats.org/drawingml/2006/main" noGrp="1"/>
          </p:cNvSpPr>
          <p:nvPr/>
        </p:nvSpPr>
        <p:spPr>
          <a:xfrm xmlns:a="http://schemas.openxmlformats.org/drawingml/2006/main">
            <a:off x="609600" y="51625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250" b="1">
                <a:solidFill>
                  <a:srgbClr val="15796D"/>
                </a:solidFill>
                <a:latin typeface="Arial Unicode MS"/>
                <a:ea typeface="Arial Unicode MS"/>
                <a:cs typeface="Arial Unicode MS"/>
              </a:defRPr>
            </a:defPPr>
            <a:lvl1pPr algn="l">
              <a:buNone/>
              <a:defRPr sz="2250" b="1">
                <a:solidFill>
                  <a:srgbClr val="15796D"/>
                </a:solidFill>
                <a:latin typeface="Arial Unicode MS"/>
                <a:ea typeface="Arial Unicode MS"/>
                <a:cs typeface="Arial Unicode MS"/>
              </a:defRPr>
            </a:lvl1pPr>
            <a:lvl2pPr algn="l">
              <a:buNone/>
              <a:defRPr sz="2250" b="1">
                <a:solidFill>
                  <a:srgbClr val="15796D"/>
                </a:solidFill>
                <a:latin typeface="Arial Unicode MS"/>
                <a:ea typeface="Arial Unicode MS"/>
                <a:cs typeface="Arial Unicode MS"/>
              </a:defRPr>
            </a:lvl2pPr>
            <a:lvl3pPr algn="l">
              <a:buNone/>
              <a:defRPr sz="2250" b="1">
                <a:solidFill>
                  <a:srgbClr val="15796D"/>
                </a:solidFill>
                <a:latin typeface="Arial Unicode MS"/>
                <a:ea typeface="Arial Unicode MS"/>
                <a:cs typeface="Arial Unicode MS"/>
              </a:defRPr>
            </a:lvl3pPr>
            <a:lvl4pPr algn="l">
              <a:buNone/>
              <a:defRPr sz="2250" b="1">
                <a:solidFill>
                  <a:srgbClr val="15796D"/>
                </a:solidFill>
                <a:latin typeface="Arial Unicode MS"/>
                <a:ea typeface="Arial Unicode MS"/>
                <a:cs typeface="Arial Unicode MS"/>
              </a:defRPr>
            </a:lvl4pPr>
            <a:lvl5pPr algn="l">
              <a:buNone/>
              <a:defRPr sz="2250" b="1">
                <a:solidFill>
                  <a:srgbClr val="15796D"/>
                </a:solidFill>
                <a:latin typeface="Arial Unicode MS"/>
                <a:ea typeface="Arial Unicode MS"/>
                <a:cs typeface="Arial Unicode MS"/>
              </a:defRPr>
            </a:lvl5pPr>
            <a:lvl6pPr algn="l">
              <a:buNone/>
              <a:defRPr sz="2250" b="1">
                <a:solidFill>
                  <a:srgbClr val="15796D"/>
                </a:solidFill>
                <a:latin typeface="Arial Unicode MS"/>
                <a:ea typeface="Arial Unicode MS"/>
                <a:cs typeface="Arial Unicode MS"/>
              </a:defRPr>
            </a:lvl6pPr>
            <a:lvl7pPr algn="l">
              <a:buNone/>
              <a:defRPr sz="2250" b="1">
                <a:solidFill>
                  <a:srgbClr val="15796D"/>
                </a:solidFill>
                <a:latin typeface="Arial Unicode MS"/>
                <a:ea typeface="Arial Unicode MS"/>
                <a:cs typeface="Arial Unicode MS"/>
              </a:defRPr>
            </a:lvl7pPr>
            <a:lvl8pPr algn="l">
              <a:buNone/>
              <a:defRPr sz="2250" b="1">
                <a:solidFill>
                  <a:srgbClr val="15796D"/>
                </a:solidFill>
                <a:latin typeface="Arial Unicode MS"/>
                <a:ea typeface="Arial Unicode MS"/>
                <a:cs typeface="Arial Unicode MS"/>
              </a:defRPr>
            </a:lvl8pPr>
            <a:lvl9pPr algn="l">
              <a:buNone/>
              <a:defRPr sz="2250" b="1">
                <a:solidFill>
                  <a:srgbClr val="15796D"/>
                </a:solidFill>
                <a:latin typeface="Arial Unicode MS"/>
                <a:ea typeface="Arial Unicode MS"/>
                <a:cs typeface="Arial Unicode MS"/>
              </a:defRPr>
            </a:lvl9pPr>
          </a:lstStyle>
          <a:p xmlns:a="http://schemas.openxmlformats.org/drawingml/2006/main">
            <a:pPr algn="l">
              <a:buNone/>
              <a:defRPr sz="2250" b="1">
                <a:solidFill>
                  <a:srgbClr val="15796D"/>
                </a:solidFill>
                <a:latin typeface="Arial Unicode MS"/>
                <a:ea typeface="Arial Unicode MS"/>
                <a:cs typeface="Arial Unicode MS"/>
              </a:defRPr>
            </a:pPr>
            <a:r>
              <a:rPr sz="2250" b="1">
                <a:solidFill>
                  <a:srgbClr val="15796D"/>
                </a:solidFill>
                <a:latin typeface="Arial Unicode MS"/>
                <a:ea typeface="Arial Unicode MS"/>
                <a:cs typeface="Arial Unicode MS"/>
              </a:rPr>
              <a:t>Dyn11 / Dyn1, OFAF / ONAF는 같은 항목의 값이 달라 불일치</a:t>
            </a:r>
          </a:p>
        </p:txBody>
      </p:sp>
      <p:sp>
        <p:nvSpPr>
          <p:cNvPr id="6" name="scope">
            <a:extLst xmlns:a="http://schemas.openxmlformats.org/drawingml/2006/main">
              <a:ext uri="{FF2B5EF4-FFF2-40B4-BE49-F238E27FC236}">
                <a16:creationId xmlns:a16="http://schemas.microsoft.com/office/drawing/2014/main" id="{5EC8ED38-02CD-4A50-A306-B49284E86504}"/>
              </a:ext>
            </a:extLst>
          </p:cNvPr>
          <p:cNvSpPr>
            <a:spLocks xmlns:a="http://schemas.openxmlformats.org/drawingml/2006/main" noGrp="1"/>
          </p:cNvSpPr>
          <p:nvPr/>
        </p:nvSpPr>
        <p:spPr>
          <a:xfrm xmlns:a="http://schemas.openxmlformats.org/drawingml/2006/main">
            <a:off x="609600" y="606742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담당자가 선택한 변경을 적용한 뒤 단위·조건을 확인합니다. 조건이 불명확하면 확인 필요로 남깁니다.</a:t>
            </a:r>
          </a:p>
        </p:txBody>
      </p:sp>
    </p:spTree>
    <p:extLst>
      <p:ext uri="{BB962C8B-B14F-4D97-AF65-F5344CB8AC3E}">
        <p14:creationId xmlns:p14="http://schemas.microsoft.com/office/powerpoint/2010/main" val="115406073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heading">
            <a:extLst xmlns:a="http://schemas.openxmlformats.org/drawingml/2006/main">
              <a:ext uri="{FF2B5EF4-FFF2-40B4-BE49-F238E27FC236}">
                <a16:creationId xmlns:a16="http://schemas.microsoft.com/office/drawing/2014/main" id="{D492FA92-713F-4647-B949-6657A3D68A05}"/>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3300" b="1">
                <a:solidFill>
                  <a:srgbClr val="173C46"/>
                </a:solidFill>
                <a:latin typeface="Arial Unicode MS"/>
                <a:ea typeface="Arial Unicode MS"/>
                <a:cs typeface="Arial Unicode MS"/>
              </a:defRPr>
            </a:defPPr>
            <a:lvl1pPr algn="l">
              <a:buNone/>
              <a:defRPr sz="3300" b="1">
                <a:solidFill>
                  <a:srgbClr val="173C46"/>
                </a:solidFill>
                <a:latin typeface="Arial Unicode MS"/>
                <a:ea typeface="Arial Unicode MS"/>
                <a:cs typeface="Arial Unicode MS"/>
              </a:defRPr>
            </a:lvl1pPr>
            <a:lvl2pPr algn="l">
              <a:buNone/>
              <a:defRPr sz="3300" b="1">
                <a:solidFill>
                  <a:srgbClr val="173C46"/>
                </a:solidFill>
                <a:latin typeface="Arial Unicode MS"/>
                <a:ea typeface="Arial Unicode MS"/>
                <a:cs typeface="Arial Unicode MS"/>
              </a:defRPr>
            </a:lvl2pPr>
            <a:lvl3pPr algn="l">
              <a:buNone/>
              <a:defRPr sz="3300" b="1">
                <a:solidFill>
                  <a:srgbClr val="173C46"/>
                </a:solidFill>
                <a:latin typeface="Arial Unicode MS"/>
                <a:ea typeface="Arial Unicode MS"/>
                <a:cs typeface="Arial Unicode MS"/>
              </a:defRPr>
            </a:lvl3pPr>
            <a:lvl4pPr algn="l">
              <a:buNone/>
              <a:defRPr sz="3300" b="1">
                <a:solidFill>
                  <a:srgbClr val="173C46"/>
                </a:solidFill>
                <a:latin typeface="Arial Unicode MS"/>
                <a:ea typeface="Arial Unicode MS"/>
                <a:cs typeface="Arial Unicode MS"/>
              </a:defRPr>
            </a:lvl4pPr>
            <a:lvl5pPr algn="l">
              <a:buNone/>
              <a:defRPr sz="3300" b="1">
                <a:solidFill>
                  <a:srgbClr val="173C46"/>
                </a:solidFill>
                <a:latin typeface="Arial Unicode MS"/>
                <a:ea typeface="Arial Unicode MS"/>
                <a:cs typeface="Arial Unicode MS"/>
              </a:defRPr>
            </a:lvl5pPr>
            <a:lvl6pPr algn="l">
              <a:buNone/>
              <a:defRPr sz="3300" b="1">
                <a:solidFill>
                  <a:srgbClr val="173C46"/>
                </a:solidFill>
                <a:latin typeface="Arial Unicode MS"/>
                <a:ea typeface="Arial Unicode MS"/>
                <a:cs typeface="Arial Unicode MS"/>
              </a:defRPr>
            </a:lvl6pPr>
            <a:lvl7pPr algn="l">
              <a:buNone/>
              <a:defRPr sz="3300" b="1">
                <a:solidFill>
                  <a:srgbClr val="173C46"/>
                </a:solidFill>
                <a:latin typeface="Arial Unicode MS"/>
                <a:ea typeface="Arial Unicode MS"/>
                <a:cs typeface="Arial Unicode MS"/>
              </a:defRPr>
            </a:lvl7pPr>
            <a:lvl8pPr algn="l">
              <a:buNone/>
              <a:defRPr sz="3300" b="1">
                <a:solidFill>
                  <a:srgbClr val="173C46"/>
                </a:solidFill>
                <a:latin typeface="Arial Unicode MS"/>
                <a:ea typeface="Arial Unicode MS"/>
                <a:cs typeface="Arial Unicode MS"/>
              </a:defRPr>
            </a:lvl8pPr>
            <a:lvl9pPr algn="l">
              <a:buNone/>
              <a:defRPr sz="3300" b="1">
                <a:solidFill>
                  <a:srgbClr val="173C46"/>
                </a:solidFill>
                <a:latin typeface="Arial Unicode MS"/>
                <a:ea typeface="Arial Unicode MS"/>
                <a:cs typeface="Arial Unicode MS"/>
              </a:defRPr>
            </a:lvl9pPr>
          </a:lstStyle>
          <a:p xmlns:a="http://schemas.openxmlformats.org/drawingml/2006/main">
            <a:pPr algn="l">
              <a:buNone/>
              <a:defRPr sz="3300" b="1">
                <a:solidFill>
                  <a:srgbClr val="173C46"/>
                </a:solidFill>
                <a:latin typeface="Arial Unicode MS"/>
                <a:ea typeface="Arial Unicode MS"/>
                <a:cs typeface="Arial Unicode MS"/>
              </a:defRPr>
            </a:pPr>
            <a:r>
              <a:rPr sz="3300" b="1">
                <a:solidFill>
                  <a:srgbClr val="173C46"/>
                </a:solidFill>
                <a:latin typeface="Arial Unicode MS"/>
                <a:ea typeface="Arial Unicode MS"/>
                <a:cs typeface="Arial Unicode MS"/>
              </a:rPr>
              <a:t>의존성 주입과 반복 검사</a:t>
            </a:r>
          </a:p>
        </p:txBody>
      </p:sp>
      <p:sp>
        <p:nvSpPr>
          <p:cNvPr id="2" name="source">
            <a:extLst xmlns:a="http://schemas.openxmlformats.org/drawingml/2006/main">
              <a:ext uri="{FF2B5EF4-FFF2-40B4-BE49-F238E27FC236}">
                <a16:creationId xmlns:a16="http://schemas.microsoft.com/office/drawing/2014/main" id="{85C86083-74D1-411E-8D18-EC4909B39A19}"/>
              </a:ext>
            </a:extLst>
          </p:cNvPr>
          <p:cNvSpPr>
            <a:spLocks xmlns:a="http://schemas.openxmlformats.org/drawingml/2006/main" noGrp="1"/>
          </p:cNvSpPr>
          <p:nvPr/>
        </p:nvSpPr>
        <p:spPr>
          <a:xfrm xmlns:a="http://schemas.openxmlformats.org/drawingml/2006/main">
            <a:off x="609600" y="13144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tests/test_extraction_agent.py · run_with 69–71행 / 검사 133–135행 · 줄바꿈만 조정</a:t>
            </a:r>
          </a:p>
        </p:txBody>
      </p:sp>
      <p:sp>
        <p:nvSpPr>
          <p:cNvPr id="3" name="page">
            <a:extLst xmlns:a="http://schemas.openxmlformats.org/drawingml/2006/main">
              <a:ext uri="{FF2B5EF4-FFF2-40B4-BE49-F238E27FC236}">
                <a16:creationId xmlns:a16="http://schemas.microsoft.com/office/drawing/2014/main" id="{8BFA1960-4DA5-4DC5-A161-AB6C0703AE37}"/>
              </a:ext>
            </a:extLst>
          </p:cNvPr>
          <p:cNvSpPr>
            <a:spLocks xmlns:a="http://schemas.openxmlformats.org/drawingml/2006/main" noGrp="1"/>
          </p:cNvSpPr>
          <p:nvPr/>
        </p:nvSpPr>
        <p:spPr>
          <a:xfrm xmlns:a="http://schemas.openxmlformats.org/drawingml/2006/main">
            <a:off x="11049000" y="641032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350" b="0">
                <a:solidFill>
                  <a:srgbClr val="64777E"/>
                </a:solidFill>
                <a:latin typeface="Arial Unicode MS"/>
                <a:ea typeface="Arial Unicode MS"/>
                <a:cs typeface="Arial Unicode MS"/>
              </a:defRPr>
            </a:defPPr>
            <a:lvl1pPr algn="l">
              <a:buNone/>
              <a:defRPr sz="1350" b="0">
                <a:solidFill>
                  <a:srgbClr val="64777E"/>
                </a:solidFill>
                <a:latin typeface="Arial Unicode MS"/>
                <a:ea typeface="Arial Unicode MS"/>
                <a:cs typeface="Arial Unicode MS"/>
              </a:defRPr>
            </a:lvl1pPr>
            <a:lvl2pPr algn="l">
              <a:buNone/>
              <a:defRPr sz="1350" b="0">
                <a:solidFill>
                  <a:srgbClr val="64777E"/>
                </a:solidFill>
                <a:latin typeface="Arial Unicode MS"/>
                <a:ea typeface="Arial Unicode MS"/>
                <a:cs typeface="Arial Unicode MS"/>
              </a:defRPr>
            </a:lvl2pPr>
            <a:lvl3pPr algn="l">
              <a:buNone/>
              <a:defRPr sz="1350" b="0">
                <a:solidFill>
                  <a:srgbClr val="64777E"/>
                </a:solidFill>
                <a:latin typeface="Arial Unicode MS"/>
                <a:ea typeface="Arial Unicode MS"/>
                <a:cs typeface="Arial Unicode MS"/>
              </a:defRPr>
            </a:lvl3pPr>
            <a:lvl4pPr algn="l">
              <a:buNone/>
              <a:defRPr sz="1350" b="0">
                <a:solidFill>
                  <a:srgbClr val="64777E"/>
                </a:solidFill>
                <a:latin typeface="Arial Unicode MS"/>
                <a:ea typeface="Arial Unicode MS"/>
                <a:cs typeface="Arial Unicode MS"/>
              </a:defRPr>
            </a:lvl4pPr>
            <a:lvl5pPr algn="l">
              <a:buNone/>
              <a:defRPr sz="1350" b="0">
                <a:solidFill>
                  <a:srgbClr val="64777E"/>
                </a:solidFill>
                <a:latin typeface="Arial Unicode MS"/>
                <a:ea typeface="Arial Unicode MS"/>
                <a:cs typeface="Arial Unicode MS"/>
              </a:defRPr>
            </a:lvl5pPr>
            <a:lvl6pPr algn="l">
              <a:buNone/>
              <a:defRPr sz="1350" b="0">
                <a:solidFill>
                  <a:srgbClr val="64777E"/>
                </a:solidFill>
                <a:latin typeface="Arial Unicode MS"/>
                <a:ea typeface="Arial Unicode MS"/>
                <a:cs typeface="Arial Unicode MS"/>
              </a:defRPr>
            </a:lvl6pPr>
            <a:lvl7pPr algn="l">
              <a:buNone/>
              <a:defRPr sz="1350" b="0">
                <a:solidFill>
                  <a:srgbClr val="64777E"/>
                </a:solidFill>
                <a:latin typeface="Arial Unicode MS"/>
                <a:ea typeface="Arial Unicode MS"/>
                <a:cs typeface="Arial Unicode MS"/>
              </a:defRPr>
            </a:lvl7pPr>
            <a:lvl8pPr algn="l">
              <a:buNone/>
              <a:defRPr sz="1350" b="0">
                <a:solidFill>
                  <a:srgbClr val="64777E"/>
                </a:solidFill>
                <a:latin typeface="Arial Unicode MS"/>
                <a:ea typeface="Arial Unicode MS"/>
                <a:cs typeface="Arial Unicode MS"/>
              </a:defRPr>
            </a:lvl8pPr>
            <a:lvl9pPr algn="l">
              <a:buNone/>
              <a:defRPr sz="1350" b="0">
                <a:solidFill>
                  <a:srgbClr val="64777E"/>
                </a:solidFill>
                <a:latin typeface="Arial Unicode MS"/>
                <a:ea typeface="Arial Unicode MS"/>
                <a:cs typeface="Arial Unicode MS"/>
              </a:defRPr>
            </a:lvl9pPr>
          </a:lstStyle>
          <a:p xmlns:a="http://schemas.openxmlformats.org/drawingml/2006/main">
            <a:pPr algn="l">
              <a:buNone/>
              <a:defRPr sz="1350" b="0">
                <a:solidFill>
                  <a:srgbClr val="64777E"/>
                </a:solidFill>
                <a:latin typeface="Arial Unicode MS"/>
                <a:ea typeface="Arial Unicode MS"/>
                <a:cs typeface="Arial Unicode MS"/>
              </a:defRPr>
            </a:pPr>
            <a:r>
              <a:rPr sz="1350" b="0">
                <a:solidFill>
                  <a:srgbClr val="64777E"/>
                </a:solidFill>
                <a:latin typeface="Arial Unicode MS"/>
                <a:ea typeface="Arial Unicode MS"/>
                <a:cs typeface="Arial Unicode MS"/>
              </a:rPr>
              <a:t>09</a:t>
            </a:r>
          </a:p>
        </p:txBody>
      </p:sp>
      <p:sp>
        <p:nvSpPr>
          <p:cNvPr id="4" name="code-inject">
            <a:extLst xmlns:a="http://schemas.openxmlformats.org/drawingml/2006/main">
              <a:ext uri="{FF2B5EF4-FFF2-40B4-BE49-F238E27FC236}">
                <a16:creationId xmlns:a16="http://schemas.microsoft.com/office/drawing/2014/main" id="{1CC58B34-B8CA-4A32-8AAC-5E0A08C04C1C}"/>
              </a:ext>
            </a:extLst>
          </p:cNvPr>
          <p:cNvSpPr>
            <a:spLocks xmlns:a="http://schemas.openxmlformats.org/drawingml/2006/main" noGrp="1"/>
          </p:cNvSpPr>
          <p:nvPr/>
        </p:nvSpPr>
        <p:spPr>
          <a:xfrm xmlns:a="http://schemas.openxmlformats.org/drawingml/2006/main">
            <a:off x="609600" y="1933575"/>
            <a:ext cx="10972800" cy="2038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875" b="0">
                <a:solidFill>
                  <a:srgbClr val="173C46"/>
                </a:solidFill>
                <a:latin typeface="Arial Unicode MS"/>
                <a:ea typeface="Arial Unicode MS"/>
                <a:cs typeface="Arial Unicode MS"/>
              </a:defRPr>
            </a:defPPr>
            <a:lvl1pPr algn="l">
              <a:buNone/>
              <a:defRPr sz="1875" b="0">
                <a:solidFill>
                  <a:srgbClr val="173C46"/>
                </a:solidFill>
                <a:latin typeface="Arial Unicode MS"/>
                <a:ea typeface="Arial Unicode MS"/>
                <a:cs typeface="Arial Unicode MS"/>
              </a:defRPr>
            </a:lvl1pPr>
            <a:lvl2pPr algn="l">
              <a:buNone/>
              <a:defRPr sz="1875" b="0">
                <a:solidFill>
                  <a:srgbClr val="173C46"/>
                </a:solidFill>
                <a:latin typeface="Arial Unicode MS"/>
                <a:ea typeface="Arial Unicode MS"/>
                <a:cs typeface="Arial Unicode MS"/>
              </a:defRPr>
            </a:lvl2pPr>
            <a:lvl3pPr algn="l">
              <a:buNone/>
              <a:defRPr sz="1875" b="0">
                <a:solidFill>
                  <a:srgbClr val="173C46"/>
                </a:solidFill>
                <a:latin typeface="Arial Unicode MS"/>
                <a:ea typeface="Arial Unicode MS"/>
                <a:cs typeface="Arial Unicode MS"/>
              </a:defRPr>
            </a:lvl3pPr>
            <a:lvl4pPr algn="l">
              <a:buNone/>
              <a:defRPr sz="1875" b="0">
                <a:solidFill>
                  <a:srgbClr val="173C46"/>
                </a:solidFill>
                <a:latin typeface="Arial Unicode MS"/>
                <a:ea typeface="Arial Unicode MS"/>
                <a:cs typeface="Arial Unicode MS"/>
              </a:defRPr>
            </a:lvl4pPr>
            <a:lvl5pPr algn="l">
              <a:buNone/>
              <a:defRPr sz="1875" b="0">
                <a:solidFill>
                  <a:srgbClr val="173C46"/>
                </a:solidFill>
                <a:latin typeface="Arial Unicode MS"/>
                <a:ea typeface="Arial Unicode MS"/>
                <a:cs typeface="Arial Unicode MS"/>
              </a:defRPr>
            </a:lvl5pPr>
            <a:lvl6pPr algn="l">
              <a:buNone/>
              <a:defRPr sz="1875" b="0">
                <a:solidFill>
                  <a:srgbClr val="173C46"/>
                </a:solidFill>
                <a:latin typeface="Arial Unicode MS"/>
                <a:ea typeface="Arial Unicode MS"/>
                <a:cs typeface="Arial Unicode MS"/>
              </a:defRPr>
            </a:lvl6pPr>
            <a:lvl7pPr algn="l">
              <a:buNone/>
              <a:defRPr sz="1875" b="0">
                <a:solidFill>
                  <a:srgbClr val="173C46"/>
                </a:solidFill>
                <a:latin typeface="Arial Unicode MS"/>
                <a:ea typeface="Arial Unicode MS"/>
                <a:cs typeface="Arial Unicode MS"/>
              </a:defRPr>
            </a:lvl7pPr>
            <a:lvl8pPr algn="l">
              <a:buNone/>
              <a:defRPr sz="1875" b="0">
                <a:solidFill>
                  <a:srgbClr val="173C46"/>
                </a:solidFill>
                <a:latin typeface="Arial Unicode MS"/>
                <a:ea typeface="Arial Unicode MS"/>
                <a:cs typeface="Arial Unicode MS"/>
              </a:defRPr>
            </a:lvl8pPr>
            <a:lvl9pPr algn="l">
              <a:buNone/>
              <a:defRPr sz="1875" b="0">
                <a:solidFill>
                  <a:srgbClr val="173C46"/>
                </a:solidFill>
                <a:latin typeface="Arial Unicode MS"/>
                <a:ea typeface="Arial Unicode MS"/>
                <a:cs typeface="Arial Unicode MS"/>
              </a:defRPr>
            </a:lvl9pPr>
          </a:lstStyle>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def run_with(documents, proposals, plan=None):</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request = </a:t>
            </a:r>
            <a:r>
              <a:rPr sz="1875" b="0">
                <a:solidFill>
                  <a:srgbClr val="15796D"/>
                </a:solidFill>
                <a:latin typeface="Arial Unicode MS"/>
                <a:ea typeface="Arial Unicode MS"/>
                <a:cs typeface="Arial Unicode MS"/>
              </a:rPr>
              <a:t>MagicMock</a:t>
            </a:r>
            <a:r>
              <a:rPr sz="1875" b="0">
                <a:solidFill>
                  <a:srgbClr val="173C46"/>
                </a:solidFill>
                <a:latin typeface="Arial Unicode MS"/>
                <a:ea typeface="Arial Unicode MS"/>
                <a:cs typeface="Arial Unicode MS"/>
              </a:rPr>
              <a:t>(side_effect=[</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plan if plan is not None else plan_for(documents),</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{"items": proposals}</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a:t>
            </a:r>
          </a:p>
          <a:p xmlns:a="http://schemas.openxmlformats.org/drawingml/2006/main">
            <a:pPr algn="l">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    return agent.extract_upload(documents, </a:t>
            </a:r>
            <a:r>
              <a:rPr sz="1875" b="0">
                <a:solidFill>
                  <a:srgbClr val="15796D"/>
                </a:solidFill>
                <a:latin typeface="Arial Unicode MS"/>
                <a:ea typeface="Arial Unicode MS"/>
                <a:cs typeface="Arial Unicode MS"/>
              </a:rPr>
              <a:t>request_fn=request</a:t>
            </a:r>
            <a:r>
              <a:rPr sz="1875" b="0">
                <a:solidFill>
                  <a:srgbClr val="173C46"/>
                </a:solidFill>
                <a:latin typeface="Arial Unicode MS"/>
                <a:ea typeface="Arial Unicode MS"/>
                <a:cs typeface="Arial Unicode MS"/>
              </a:rPr>
              <a:t>), request</a:t>
            </a:r>
          </a:p>
        </p:txBody>
      </p:sp>
      <p:sp>
        <p:nvSpPr>
          <p:cNvPr id="5" name="code-test">
            <a:extLst xmlns:a="http://schemas.openxmlformats.org/drawingml/2006/main">
              <a:ext uri="{FF2B5EF4-FFF2-40B4-BE49-F238E27FC236}">
                <a16:creationId xmlns:a16="http://schemas.microsoft.com/office/drawing/2014/main" id="{82E07CDD-90DA-4788-8D56-A129276F4C72}"/>
              </a:ext>
            </a:extLst>
          </p:cNvPr>
          <p:cNvSpPr>
            <a:spLocks xmlns:a="http://schemas.openxmlformats.org/drawingml/2006/main" noGrp="1"/>
          </p:cNvSpPr>
          <p:nvPr/>
        </p:nvSpPr>
        <p:spPr>
          <a:xfrm xmlns:a="http://schemas.openxmlformats.org/drawingml/2006/main">
            <a:off x="609600" y="42386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025" b="0">
                <a:solidFill>
                  <a:srgbClr val="173C46"/>
                </a:solidFill>
                <a:latin typeface="Arial Unicode MS"/>
                <a:ea typeface="Arial Unicode MS"/>
                <a:cs typeface="Arial Unicode MS"/>
              </a:defRPr>
            </a:defPPr>
            <a:lvl1pPr algn="l">
              <a:buNone/>
              <a:defRPr sz="2025" b="0">
                <a:solidFill>
                  <a:srgbClr val="173C46"/>
                </a:solidFill>
                <a:latin typeface="Arial Unicode MS"/>
                <a:ea typeface="Arial Unicode MS"/>
                <a:cs typeface="Arial Unicode MS"/>
              </a:defRPr>
            </a:lvl1pPr>
            <a:lvl2pPr algn="l">
              <a:buNone/>
              <a:defRPr sz="2025" b="0">
                <a:solidFill>
                  <a:srgbClr val="173C46"/>
                </a:solidFill>
                <a:latin typeface="Arial Unicode MS"/>
                <a:ea typeface="Arial Unicode MS"/>
                <a:cs typeface="Arial Unicode MS"/>
              </a:defRPr>
            </a:lvl2pPr>
            <a:lvl3pPr algn="l">
              <a:buNone/>
              <a:defRPr sz="2025" b="0">
                <a:solidFill>
                  <a:srgbClr val="173C46"/>
                </a:solidFill>
                <a:latin typeface="Arial Unicode MS"/>
                <a:ea typeface="Arial Unicode MS"/>
                <a:cs typeface="Arial Unicode MS"/>
              </a:defRPr>
            </a:lvl3pPr>
            <a:lvl4pPr algn="l">
              <a:buNone/>
              <a:defRPr sz="2025" b="0">
                <a:solidFill>
                  <a:srgbClr val="173C46"/>
                </a:solidFill>
                <a:latin typeface="Arial Unicode MS"/>
                <a:ea typeface="Arial Unicode MS"/>
                <a:cs typeface="Arial Unicode MS"/>
              </a:defRPr>
            </a:lvl4pPr>
            <a:lvl5pPr algn="l">
              <a:buNone/>
              <a:defRPr sz="2025" b="0">
                <a:solidFill>
                  <a:srgbClr val="173C46"/>
                </a:solidFill>
                <a:latin typeface="Arial Unicode MS"/>
                <a:ea typeface="Arial Unicode MS"/>
                <a:cs typeface="Arial Unicode MS"/>
              </a:defRPr>
            </a:lvl5pPr>
            <a:lvl6pPr algn="l">
              <a:buNone/>
              <a:defRPr sz="2025" b="0">
                <a:solidFill>
                  <a:srgbClr val="173C46"/>
                </a:solidFill>
                <a:latin typeface="Arial Unicode MS"/>
                <a:ea typeface="Arial Unicode MS"/>
                <a:cs typeface="Arial Unicode MS"/>
              </a:defRPr>
            </a:lvl6pPr>
            <a:lvl7pPr algn="l">
              <a:buNone/>
              <a:defRPr sz="2025" b="0">
                <a:solidFill>
                  <a:srgbClr val="173C46"/>
                </a:solidFill>
                <a:latin typeface="Arial Unicode MS"/>
                <a:ea typeface="Arial Unicode MS"/>
                <a:cs typeface="Arial Unicode MS"/>
              </a:defRPr>
            </a:lvl7pPr>
            <a:lvl8pPr algn="l">
              <a:buNone/>
              <a:defRPr sz="2025" b="0">
                <a:solidFill>
                  <a:srgbClr val="173C46"/>
                </a:solidFill>
                <a:latin typeface="Arial Unicode MS"/>
                <a:ea typeface="Arial Unicode MS"/>
                <a:cs typeface="Arial Unicode MS"/>
              </a:defRPr>
            </a:lvl8pPr>
            <a:lvl9pPr algn="l">
              <a:buNone/>
              <a:defRPr sz="2025" b="0">
                <a:solidFill>
                  <a:srgbClr val="173C46"/>
                </a:solidFill>
                <a:latin typeface="Arial Unicode MS"/>
                <a:ea typeface="Arial Unicode MS"/>
                <a:cs typeface="Arial Unicode MS"/>
              </a:defRPr>
            </a:lvl9pPr>
          </a:lstStyle>
          <a:p xmlns:a="http://schemas.openxmlformats.org/drawingml/2006/main">
            <a:pPr algn="l">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self.assertEqual(result["llm_calls"], 2)</a:t>
            </a:r>
          </a:p>
          <a:p xmlns:a="http://schemas.openxmlformats.org/drawingml/2006/main">
            <a:pPr algn="l">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self.assertEqual(</a:t>
            </a:r>
            <a:r>
              <a:rPr sz="2025" b="0">
                <a:solidFill>
                  <a:srgbClr val="15796D"/>
                </a:solidFill>
                <a:latin typeface="Arial Unicode MS"/>
                <a:ea typeface="Arial Unicode MS"/>
                <a:cs typeface="Arial Unicode MS"/>
              </a:rPr>
              <a:t>request.call_count</a:t>
            </a:r>
            <a:r>
              <a:rPr sz="2025" b="0">
                <a:solidFill>
                  <a:srgbClr val="173C46"/>
                </a:solidFill>
                <a:latin typeface="Arial Unicode MS"/>
                <a:ea typeface="Arial Unicode MS"/>
                <a:cs typeface="Arial Unicode MS"/>
              </a:rPr>
              <a:t>, 2)</a:t>
            </a:r>
          </a:p>
          <a:p xmlns:a="http://schemas.openxmlformats.org/drawingml/2006/main">
            <a:pPr algn="l">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self.assertEqual(</a:t>
            </a:r>
            <a:r>
              <a:rPr sz="2025" b="0">
                <a:solidFill>
                  <a:srgbClr val="15796D"/>
                </a:solidFill>
                <a:latin typeface="Arial Unicode MS"/>
                <a:ea typeface="Arial Unicode MS"/>
                <a:cs typeface="Arial Unicode MS"/>
              </a:rPr>
              <a:t>self.documents, before</a:t>
            </a:r>
            <a:r>
              <a:rPr sz="2025" b="0">
                <a:solidFill>
                  <a:srgbClr val="173C46"/>
                </a:solidFill>
                <a:latin typeface="Arial Unicode MS"/>
                <a:ea typeface="Arial Unicode MS"/>
                <a:cs typeface="Arial Unicode MS"/>
              </a:rPr>
              <a:t>)</a:t>
            </a:r>
          </a:p>
        </p:txBody>
      </p:sp>
      <p:sp>
        <p:nvSpPr>
          <p:cNvPr id="6" name="closing">
            <a:extLst xmlns:a="http://schemas.openxmlformats.org/drawingml/2006/main">
              <a:ext uri="{FF2B5EF4-FFF2-40B4-BE49-F238E27FC236}">
                <a16:creationId xmlns:a16="http://schemas.microsoft.com/office/drawing/2014/main" id="{6DBD1C9B-F298-41A3-9E55-2A6240DE4B74}"/>
              </a:ext>
            </a:extLst>
          </p:cNvPr>
          <p:cNvSpPr>
            <a:spLocks xmlns:a="http://schemas.openxmlformats.org/drawingml/2006/main" noGrp="1"/>
          </p:cNvSpPr>
          <p:nvPr/>
        </p:nvSpPr>
        <p:spPr>
          <a:xfrm xmlns:a="http://schemas.openxmlformats.org/drawingml/2006/main">
            <a:off x="609600" y="55054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250" b="1">
                <a:solidFill>
                  <a:srgbClr val="15796D"/>
                </a:solidFill>
                <a:latin typeface="Arial Unicode MS"/>
                <a:ea typeface="Arial Unicode MS"/>
                <a:cs typeface="Arial Unicode MS"/>
              </a:defRPr>
            </a:defPPr>
            <a:lvl1pPr algn="l">
              <a:buNone/>
              <a:defRPr sz="2250" b="1">
                <a:solidFill>
                  <a:srgbClr val="15796D"/>
                </a:solidFill>
                <a:latin typeface="Arial Unicode MS"/>
                <a:ea typeface="Arial Unicode MS"/>
                <a:cs typeface="Arial Unicode MS"/>
              </a:defRPr>
            </a:lvl1pPr>
            <a:lvl2pPr algn="l">
              <a:buNone/>
              <a:defRPr sz="2250" b="1">
                <a:solidFill>
                  <a:srgbClr val="15796D"/>
                </a:solidFill>
                <a:latin typeface="Arial Unicode MS"/>
                <a:ea typeface="Arial Unicode MS"/>
                <a:cs typeface="Arial Unicode MS"/>
              </a:defRPr>
            </a:lvl2pPr>
            <a:lvl3pPr algn="l">
              <a:buNone/>
              <a:defRPr sz="2250" b="1">
                <a:solidFill>
                  <a:srgbClr val="15796D"/>
                </a:solidFill>
                <a:latin typeface="Arial Unicode MS"/>
                <a:ea typeface="Arial Unicode MS"/>
                <a:cs typeface="Arial Unicode MS"/>
              </a:defRPr>
            </a:lvl3pPr>
            <a:lvl4pPr algn="l">
              <a:buNone/>
              <a:defRPr sz="2250" b="1">
                <a:solidFill>
                  <a:srgbClr val="15796D"/>
                </a:solidFill>
                <a:latin typeface="Arial Unicode MS"/>
                <a:ea typeface="Arial Unicode MS"/>
                <a:cs typeface="Arial Unicode MS"/>
              </a:defRPr>
            </a:lvl4pPr>
            <a:lvl5pPr algn="l">
              <a:buNone/>
              <a:defRPr sz="2250" b="1">
                <a:solidFill>
                  <a:srgbClr val="15796D"/>
                </a:solidFill>
                <a:latin typeface="Arial Unicode MS"/>
                <a:ea typeface="Arial Unicode MS"/>
                <a:cs typeface="Arial Unicode MS"/>
              </a:defRPr>
            </a:lvl5pPr>
            <a:lvl6pPr algn="l">
              <a:buNone/>
              <a:defRPr sz="2250" b="1">
                <a:solidFill>
                  <a:srgbClr val="15796D"/>
                </a:solidFill>
                <a:latin typeface="Arial Unicode MS"/>
                <a:ea typeface="Arial Unicode MS"/>
                <a:cs typeface="Arial Unicode MS"/>
              </a:defRPr>
            </a:lvl6pPr>
            <a:lvl7pPr algn="l">
              <a:buNone/>
              <a:defRPr sz="2250" b="1">
                <a:solidFill>
                  <a:srgbClr val="15796D"/>
                </a:solidFill>
                <a:latin typeface="Arial Unicode MS"/>
                <a:ea typeface="Arial Unicode MS"/>
                <a:cs typeface="Arial Unicode MS"/>
              </a:defRPr>
            </a:lvl7pPr>
            <a:lvl8pPr algn="l">
              <a:buNone/>
              <a:defRPr sz="2250" b="1">
                <a:solidFill>
                  <a:srgbClr val="15796D"/>
                </a:solidFill>
                <a:latin typeface="Arial Unicode MS"/>
                <a:ea typeface="Arial Unicode MS"/>
                <a:cs typeface="Arial Unicode MS"/>
              </a:defRPr>
            </a:lvl8pPr>
            <a:lvl9pPr algn="l">
              <a:buNone/>
              <a:defRPr sz="2250" b="1">
                <a:solidFill>
                  <a:srgbClr val="15796D"/>
                </a:solidFill>
                <a:latin typeface="Arial Unicode MS"/>
                <a:ea typeface="Arial Unicode MS"/>
                <a:cs typeface="Arial Unicode MS"/>
              </a:defRPr>
            </a:lvl9pPr>
          </a:lstStyle>
          <a:p xmlns:a="http://schemas.openxmlformats.org/drawingml/2006/main">
            <a:pPr algn="l">
              <a:buNone/>
              <a:defRPr sz="2250" b="1">
                <a:solidFill>
                  <a:srgbClr val="15796D"/>
                </a:solidFill>
                <a:latin typeface="Arial Unicode MS"/>
                <a:ea typeface="Arial Unicode MS"/>
                <a:cs typeface="Arial Unicode MS"/>
              </a:defRPr>
            </a:pPr>
            <a:r>
              <a:rPr sz="2250" b="1">
                <a:solidFill>
                  <a:srgbClr val="15796D"/>
                </a:solidFill>
                <a:latin typeface="Arial Unicode MS"/>
                <a:ea typeface="Arial Unicode MS"/>
                <a:cs typeface="Arial Unicode MS"/>
              </a:rPr>
              <a:t>AI 제안은 코드로 검증하고, 최종 확인은 담당자에게 남깁니다</a:t>
            </a:r>
          </a:p>
        </p:txBody>
      </p:sp>
      <p:sp>
        <p:nvSpPr>
          <p:cNvPr id="7" name="scope">
            <a:extLst xmlns:a="http://schemas.openxmlformats.org/drawingml/2006/main">
              <a:ext uri="{FF2B5EF4-FFF2-40B4-BE49-F238E27FC236}">
                <a16:creationId xmlns:a16="http://schemas.microsoft.com/office/drawing/2014/main" id="{80F1AC8D-2DA5-472F-8EEB-0BEA0FF17B03}"/>
              </a:ext>
            </a:extLst>
          </p:cNvPr>
          <p:cNvSpPr>
            <a:spLocks xmlns:a="http://schemas.openxmlformats.org/drawingml/2006/main" noGrp="1"/>
          </p:cNvSpPr>
          <p:nvPr/>
        </p:nvSpPr>
        <p:spPr>
          <a:xfrm xmlns:a="http://schemas.openxmlformats.org/drawingml/2006/main">
            <a:off x="609600" y="606742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고정 응답으로 호출 수와 원본 보존을 검사합니다. 실제 OpenAI 실행 및 현업 정확도 평가와는 별개입니다.</a:t>
            </a:r>
          </a:p>
        </p:txBody>
      </p:sp>
    </p:spTree>
    <p:extLst>
      <p:ext uri="{BB962C8B-B14F-4D97-AF65-F5344CB8AC3E}">
        <p14:creationId xmlns:p14="http://schemas.microsoft.com/office/powerpoint/2010/main" val="4392119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eading">
            <a:extLst xmlns:a="http://schemas.openxmlformats.org/drawingml/2006/main">
              <a:ext uri="{FF2B5EF4-FFF2-40B4-BE49-F238E27FC236}">
                <a16:creationId xmlns:a16="http://schemas.microsoft.com/office/drawing/2014/main" id="{931F9E8D-1C65-499C-9EAB-8864672DA82B}"/>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3300" b="1">
                <a:solidFill>
                  <a:srgbClr val="173C46"/>
                </a:solidFill>
                <a:latin typeface="Arial Unicode MS"/>
                <a:ea typeface="Arial Unicode MS"/>
                <a:cs typeface="Arial Unicode MS"/>
              </a:defRPr>
            </a:defPPr>
            <a:lvl1pPr algn="l">
              <a:buNone/>
              <a:defRPr sz="3300" b="1">
                <a:solidFill>
                  <a:srgbClr val="173C46"/>
                </a:solidFill>
                <a:latin typeface="Arial Unicode MS"/>
                <a:ea typeface="Arial Unicode MS"/>
                <a:cs typeface="Arial Unicode MS"/>
              </a:defRPr>
            </a:lvl1pPr>
            <a:lvl2pPr algn="l">
              <a:buNone/>
              <a:defRPr sz="3300" b="1">
                <a:solidFill>
                  <a:srgbClr val="173C46"/>
                </a:solidFill>
                <a:latin typeface="Arial Unicode MS"/>
                <a:ea typeface="Arial Unicode MS"/>
                <a:cs typeface="Arial Unicode MS"/>
              </a:defRPr>
            </a:lvl2pPr>
            <a:lvl3pPr algn="l">
              <a:buNone/>
              <a:defRPr sz="3300" b="1">
                <a:solidFill>
                  <a:srgbClr val="173C46"/>
                </a:solidFill>
                <a:latin typeface="Arial Unicode MS"/>
                <a:ea typeface="Arial Unicode MS"/>
                <a:cs typeface="Arial Unicode MS"/>
              </a:defRPr>
            </a:lvl3pPr>
            <a:lvl4pPr algn="l">
              <a:buNone/>
              <a:defRPr sz="3300" b="1">
                <a:solidFill>
                  <a:srgbClr val="173C46"/>
                </a:solidFill>
                <a:latin typeface="Arial Unicode MS"/>
                <a:ea typeface="Arial Unicode MS"/>
                <a:cs typeface="Arial Unicode MS"/>
              </a:defRPr>
            </a:lvl4pPr>
            <a:lvl5pPr algn="l">
              <a:buNone/>
              <a:defRPr sz="3300" b="1">
                <a:solidFill>
                  <a:srgbClr val="173C46"/>
                </a:solidFill>
                <a:latin typeface="Arial Unicode MS"/>
                <a:ea typeface="Arial Unicode MS"/>
                <a:cs typeface="Arial Unicode MS"/>
              </a:defRPr>
            </a:lvl5pPr>
            <a:lvl6pPr algn="l">
              <a:buNone/>
              <a:defRPr sz="3300" b="1">
                <a:solidFill>
                  <a:srgbClr val="173C46"/>
                </a:solidFill>
                <a:latin typeface="Arial Unicode MS"/>
                <a:ea typeface="Arial Unicode MS"/>
                <a:cs typeface="Arial Unicode MS"/>
              </a:defRPr>
            </a:lvl6pPr>
            <a:lvl7pPr algn="l">
              <a:buNone/>
              <a:defRPr sz="3300" b="1">
                <a:solidFill>
                  <a:srgbClr val="173C46"/>
                </a:solidFill>
                <a:latin typeface="Arial Unicode MS"/>
                <a:ea typeface="Arial Unicode MS"/>
                <a:cs typeface="Arial Unicode MS"/>
              </a:defRPr>
            </a:lvl7pPr>
            <a:lvl8pPr algn="l">
              <a:buNone/>
              <a:defRPr sz="3300" b="1">
                <a:solidFill>
                  <a:srgbClr val="173C46"/>
                </a:solidFill>
                <a:latin typeface="Arial Unicode MS"/>
                <a:ea typeface="Arial Unicode MS"/>
                <a:cs typeface="Arial Unicode MS"/>
              </a:defRPr>
            </a:lvl8pPr>
            <a:lvl9pPr algn="l">
              <a:buNone/>
              <a:defRPr sz="3300" b="1">
                <a:solidFill>
                  <a:srgbClr val="173C46"/>
                </a:solidFill>
                <a:latin typeface="Arial Unicode MS"/>
                <a:ea typeface="Arial Unicode MS"/>
                <a:cs typeface="Arial Unicode MS"/>
              </a:defRPr>
            </a:lvl9pPr>
          </a:lstStyle>
          <a:p xmlns:a="http://schemas.openxmlformats.org/drawingml/2006/main">
            <a:pPr algn="l">
              <a:buNone/>
              <a:defRPr sz="3300" b="1">
                <a:solidFill>
                  <a:srgbClr val="173C46"/>
                </a:solidFill>
                <a:latin typeface="Arial Unicode MS"/>
                <a:ea typeface="Arial Unicode MS"/>
                <a:cs typeface="Arial Unicode MS"/>
              </a:defRPr>
            </a:pPr>
            <a:r>
              <a:rPr sz="3300" b="1">
                <a:solidFill>
                  <a:srgbClr val="173C46"/>
                </a:solidFill>
                <a:latin typeface="Arial Unicode MS"/>
                <a:ea typeface="Arial Unicode MS"/>
                <a:cs typeface="Arial Unicode MS"/>
              </a:rPr>
              <a:t>원문 근거: 변경 요구와 내부 인계</a:t>
            </a:r>
          </a:p>
        </p:txBody>
      </p:sp>
      <p:sp>
        <p:nvSpPr>
          <p:cNvPr id="2" name="page">
            <a:extLst xmlns:a="http://schemas.openxmlformats.org/drawingml/2006/main">
              <a:ext uri="{FF2B5EF4-FFF2-40B4-BE49-F238E27FC236}">
                <a16:creationId xmlns:a16="http://schemas.microsoft.com/office/drawing/2014/main" id="{EFBD9427-813C-4253-9D29-277C9186235F}"/>
              </a:ext>
            </a:extLst>
          </p:cNvPr>
          <p:cNvSpPr>
            <a:spLocks xmlns:a="http://schemas.openxmlformats.org/drawingml/2006/main" noGrp="1"/>
          </p:cNvSpPr>
          <p:nvPr/>
        </p:nvSpPr>
        <p:spPr>
          <a:xfrm xmlns:a="http://schemas.openxmlformats.org/drawingml/2006/main">
            <a:off x="11049000" y="641032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r">
              <a:defRPr sz="1350" b="0">
                <a:solidFill>
                  <a:srgbClr val="64777E"/>
                </a:solidFill>
                <a:latin typeface="Arial Unicode MS"/>
                <a:ea typeface="Arial Unicode MS"/>
                <a:cs typeface="Arial Unicode MS"/>
              </a:defRPr>
            </a:defPPr>
            <a:lvl1pPr algn="r">
              <a:buNone/>
              <a:defRPr sz="1350" b="0">
                <a:solidFill>
                  <a:srgbClr val="64777E"/>
                </a:solidFill>
                <a:latin typeface="Arial Unicode MS"/>
                <a:ea typeface="Arial Unicode MS"/>
                <a:cs typeface="Arial Unicode MS"/>
              </a:defRPr>
            </a:lvl1pPr>
            <a:lvl2pPr algn="r">
              <a:buNone/>
              <a:defRPr sz="1350" b="0">
                <a:solidFill>
                  <a:srgbClr val="64777E"/>
                </a:solidFill>
                <a:latin typeface="Arial Unicode MS"/>
                <a:ea typeface="Arial Unicode MS"/>
                <a:cs typeface="Arial Unicode MS"/>
              </a:defRPr>
            </a:lvl2pPr>
            <a:lvl3pPr algn="r">
              <a:buNone/>
              <a:defRPr sz="1350" b="0">
                <a:solidFill>
                  <a:srgbClr val="64777E"/>
                </a:solidFill>
                <a:latin typeface="Arial Unicode MS"/>
                <a:ea typeface="Arial Unicode MS"/>
                <a:cs typeface="Arial Unicode MS"/>
              </a:defRPr>
            </a:lvl3pPr>
            <a:lvl4pPr algn="r">
              <a:buNone/>
              <a:defRPr sz="1350" b="0">
                <a:solidFill>
                  <a:srgbClr val="64777E"/>
                </a:solidFill>
                <a:latin typeface="Arial Unicode MS"/>
                <a:ea typeface="Arial Unicode MS"/>
                <a:cs typeface="Arial Unicode MS"/>
              </a:defRPr>
            </a:lvl4pPr>
            <a:lvl5pPr algn="r">
              <a:buNone/>
              <a:defRPr sz="1350" b="0">
                <a:solidFill>
                  <a:srgbClr val="64777E"/>
                </a:solidFill>
                <a:latin typeface="Arial Unicode MS"/>
                <a:ea typeface="Arial Unicode MS"/>
                <a:cs typeface="Arial Unicode MS"/>
              </a:defRPr>
            </a:lvl5pPr>
            <a:lvl6pPr algn="r">
              <a:buNone/>
              <a:defRPr sz="1350" b="0">
                <a:solidFill>
                  <a:srgbClr val="64777E"/>
                </a:solidFill>
                <a:latin typeface="Arial Unicode MS"/>
                <a:ea typeface="Arial Unicode MS"/>
                <a:cs typeface="Arial Unicode MS"/>
              </a:defRPr>
            </a:lvl6pPr>
            <a:lvl7pPr algn="r">
              <a:buNone/>
              <a:defRPr sz="1350" b="0">
                <a:solidFill>
                  <a:srgbClr val="64777E"/>
                </a:solidFill>
                <a:latin typeface="Arial Unicode MS"/>
                <a:ea typeface="Arial Unicode MS"/>
                <a:cs typeface="Arial Unicode MS"/>
              </a:defRPr>
            </a:lvl7pPr>
            <a:lvl8pPr algn="r">
              <a:buNone/>
              <a:defRPr sz="1350" b="0">
                <a:solidFill>
                  <a:srgbClr val="64777E"/>
                </a:solidFill>
                <a:latin typeface="Arial Unicode MS"/>
                <a:ea typeface="Arial Unicode MS"/>
                <a:cs typeface="Arial Unicode MS"/>
              </a:defRPr>
            </a:lvl8pPr>
            <a:lvl9pPr algn="r">
              <a:buNone/>
              <a:defRPr sz="1350" b="0">
                <a:solidFill>
                  <a:srgbClr val="64777E"/>
                </a:solidFill>
                <a:latin typeface="Arial Unicode MS"/>
                <a:ea typeface="Arial Unicode MS"/>
                <a:cs typeface="Arial Unicode MS"/>
              </a:defRPr>
            </a:lvl9pPr>
          </a:lstStyle>
          <a:p xmlns:a="http://schemas.openxmlformats.org/drawingml/2006/main">
            <a:pPr algn="r">
              <a:buNone/>
              <a:defRPr sz="1350" b="0">
                <a:solidFill>
                  <a:srgbClr val="64777E"/>
                </a:solidFill>
                <a:latin typeface="Arial Unicode MS"/>
                <a:ea typeface="Arial Unicode MS"/>
                <a:cs typeface="Arial Unicode MS"/>
              </a:defRPr>
            </a:pPr>
            <a:r>
              <a:rPr sz="1350" b="0">
                <a:solidFill>
                  <a:srgbClr val="64777E"/>
                </a:solidFill>
                <a:latin typeface="Arial Unicode MS"/>
                <a:ea typeface="Arial Unicode MS"/>
                <a:cs typeface="Arial Unicode MS"/>
              </a:rPr>
              <a:t>10</a:t>
            </a:r>
          </a:p>
        </p:txBody>
      </p:sp>
      <p:sp>
        <p:nvSpPr>
          <p:cNvPr id="3" name="left-label">
            <a:extLst xmlns:a="http://schemas.openxmlformats.org/drawingml/2006/main">
              <a:ext uri="{FF2B5EF4-FFF2-40B4-BE49-F238E27FC236}">
                <a16:creationId xmlns:a16="http://schemas.microsoft.com/office/drawing/2014/main" id="{D6B9F7A2-4806-41CD-9448-9B54EFF8ED9E}"/>
              </a:ext>
            </a:extLst>
          </p:cNvPr>
          <p:cNvSpPr>
            <a:spLocks xmlns:a="http://schemas.openxmlformats.org/drawingml/2006/main" noGrp="1"/>
          </p:cNvSpPr>
          <p:nvPr/>
        </p:nvSpPr>
        <p:spPr>
          <a:xfrm xmlns:a="http://schemas.openxmlformats.org/drawingml/2006/main">
            <a:off x="609600" y="13525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100" b="1">
                <a:solidFill>
                  <a:srgbClr val="15796D"/>
                </a:solidFill>
                <a:latin typeface="Arial Unicode MS"/>
                <a:ea typeface="Arial Unicode MS"/>
                <a:cs typeface="Arial Unicode MS"/>
              </a:defRPr>
            </a:defPPr>
            <a:lvl1pPr algn="l">
              <a:buNone/>
              <a:defRPr sz="2100" b="1">
                <a:solidFill>
                  <a:srgbClr val="15796D"/>
                </a:solidFill>
                <a:latin typeface="Arial Unicode MS"/>
                <a:ea typeface="Arial Unicode MS"/>
                <a:cs typeface="Arial Unicode MS"/>
              </a:defRPr>
            </a:lvl1pPr>
            <a:lvl2pPr algn="l">
              <a:buNone/>
              <a:defRPr sz="2100" b="1">
                <a:solidFill>
                  <a:srgbClr val="15796D"/>
                </a:solidFill>
                <a:latin typeface="Arial Unicode MS"/>
                <a:ea typeface="Arial Unicode MS"/>
                <a:cs typeface="Arial Unicode MS"/>
              </a:defRPr>
            </a:lvl2pPr>
            <a:lvl3pPr algn="l">
              <a:buNone/>
              <a:defRPr sz="2100" b="1">
                <a:solidFill>
                  <a:srgbClr val="15796D"/>
                </a:solidFill>
                <a:latin typeface="Arial Unicode MS"/>
                <a:ea typeface="Arial Unicode MS"/>
                <a:cs typeface="Arial Unicode MS"/>
              </a:defRPr>
            </a:lvl3pPr>
            <a:lvl4pPr algn="l">
              <a:buNone/>
              <a:defRPr sz="2100" b="1">
                <a:solidFill>
                  <a:srgbClr val="15796D"/>
                </a:solidFill>
                <a:latin typeface="Arial Unicode MS"/>
                <a:ea typeface="Arial Unicode MS"/>
                <a:cs typeface="Arial Unicode MS"/>
              </a:defRPr>
            </a:lvl4pPr>
            <a:lvl5pPr algn="l">
              <a:buNone/>
              <a:defRPr sz="2100" b="1">
                <a:solidFill>
                  <a:srgbClr val="15796D"/>
                </a:solidFill>
                <a:latin typeface="Arial Unicode MS"/>
                <a:ea typeface="Arial Unicode MS"/>
                <a:cs typeface="Arial Unicode MS"/>
              </a:defRPr>
            </a:lvl5pPr>
            <a:lvl6pPr algn="l">
              <a:buNone/>
              <a:defRPr sz="2100" b="1">
                <a:solidFill>
                  <a:srgbClr val="15796D"/>
                </a:solidFill>
                <a:latin typeface="Arial Unicode MS"/>
                <a:ea typeface="Arial Unicode MS"/>
                <a:cs typeface="Arial Unicode MS"/>
              </a:defRPr>
            </a:lvl6pPr>
            <a:lvl7pPr algn="l">
              <a:buNone/>
              <a:defRPr sz="2100" b="1">
                <a:solidFill>
                  <a:srgbClr val="15796D"/>
                </a:solidFill>
                <a:latin typeface="Arial Unicode MS"/>
                <a:ea typeface="Arial Unicode MS"/>
                <a:cs typeface="Arial Unicode MS"/>
              </a:defRPr>
            </a:lvl7pPr>
            <a:lvl8pPr algn="l">
              <a:buNone/>
              <a:defRPr sz="2100" b="1">
                <a:solidFill>
                  <a:srgbClr val="15796D"/>
                </a:solidFill>
                <a:latin typeface="Arial Unicode MS"/>
                <a:ea typeface="Arial Unicode MS"/>
                <a:cs typeface="Arial Unicode MS"/>
              </a:defRPr>
            </a:lvl8pPr>
            <a:lvl9pPr algn="l">
              <a:buNone/>
              <a:defRPr sz="2100" b="1">
                <a:solidFill>
                  <a:srgbClr val="15796D"/>
                </a:solidFill>
                <a:latin typeface="Arial Unicode MS"/>
                <a:ea typeface="Arial Unicode MS"/>
                <a:cs typeface="Arial Unicode MS"/>
              </a:defRPr>
            </a:lvl9pPr>
          </a:lstStyle>
          <a:p xmlns:a="http://schemas.openxmlformats.org/drawingml/2006/main">
            <a:pPr algn="l">
              <a:buNone/>
              <a:defRPr sz="2100" b="1">
                <a:solidFill>
                  <a:srgbClr val="15796D"/>
                </a:solidFill>
                <a:latin typeface="Arial Unicode MS"/>
                <a:ea typeface="Arial Unicode MS"/>
                <a:cs typeface="Arial Unicode MS"/>
              </a:defRPr>
            </a:pPr>
            <a:r>
              <a:rPr sz="2100" b="1">
                <a:solidFill>
                  <a:srgbClr val="15796D"/>
                </a:solidFill>
                <a:latin typeface="Arial Unicode MS"/>
                <a:ea typeface="Arial Unicode MS"/>
                <a:cs typeface="Arial Unicode MS"/>
              </a:rPr>
              <a:t>변경 합의서 1쪽</a:t>
            </a:r>
          </a:p>
        </p:txBody>
      </p:sp>
      <p:pic>
        <p:nvPicPr>
          <p:cNvPr id="4" name="">
            <a:extLst xmlns:a="http://schemas.openxmlformats.org/drawingml/2006/main">
              <a:ext uri="{FF2B5EF4-FFF2-40B4-BE49-F238E27FC236}">
                <a16:creationId xmlns:a16="http://schemas.microsoft.com/office/drawing/2014/main" id="{7268EC37-6230-4399-B5D0-1EA197773A92}"/>
              </a:ext>
            </a:extLst>
          </p:cNvPr>
          <p:cNvPicPr>
            <a:picLocks xmlns:a="http://schemas.openxmlformats.org/drawingml/2006/main" noChangeAspect="1"/>
          </p:cNvPicPr>
          <p:nvPr/>
        </p:nvPicPr>
        <p:blipFill>
          <a:blip xmlns:r="http://schemas.openxmlformats.org/officeDocument/2006/relationships" xmlns:a="http://schemas.openxmlformats.org/drawingml/2006/main" r:embed="R6b28b8b1b73b4749"/>
          <a:srcRect xmlns:a="http://schemas.openxmlformats.org/drawingml/2006/main" l="6000" t="34000" r="4000" b="55000"/>
          <a:stretch xmlns:a="http://schemas.openxmlformats.org/drawingml/2006/main"/>
        </p:blipFill>
        <p:spPr>
          <a:xfrm xmlns:a="http://schemas.openxmlformats.org/drawingml/2006/main">
            <a:off x="609600" y="1809750"/>
            <a:ext cx="10972800" cy="2190750"/>
          </a:xfrm>
          <a:prstGeom xmlns:a="http://schemas.openxmlformats.org/drawingml/2006/main" prst="rect">
            <a:avLst/>
          </a:prstGeom>
        </p:spPr>
      </p:pic>
      <p:sp>
        <p:nvSpPr>
          <p:cNvPr id="5" name="right-label">
            <a:extLst xmlns:a="http://schemas.openxmlformats.org/drawingml/2006/main">
              <a:ext uri="{FF2B5EF4-FFF2-40B4-BE49-F238E27FC236}">
                <a16:creationId xmlns:a16="http://schemas.microsoft.com/office/drawing/2014/main" id="{205C8B16-3EDA-4650-AF8D-4635EFC050C2}"/>
              </a:ext>
            </a:extLst>
          </p:cNvPr>
          <p:cNvSpPr>
            <a:spLocks xmlns:a="http://schemas.openxmlformats.org/drawingml/2006/main" noGrp="1"/>
          </p:cNvSpPr>
          <p:nvPr/>
        </p:nvSpPr>
        <p:spPr>
          <a:xfrm xmlns:a="http://schemas.openxmlformats.org/drawingml/2006/main">
            <a:off x="609600" y="43338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100" b="1">
                <a:solidFill>
                  <a:srgbClr val="AB553B"/>
                </a:solidFill>
                <a:latin typeface="Arial Unicode MS"/>
                <a:ea typeface="Arial Unicode MS"/>
                <a:cs typeface="Arial Unicode MS"/>
              </a:defRPr>
            </a:defPPr>
            <a:lvl1pPr algn="l">
              <a:buNone/>
              <a:defRPr sz="2100" b="1">
                <a:solidFill>
                  <a:srgbClr val="AB553B"/>
                </a:solidFill>
                <a:latin typeface="Arial Unicode MS"/>
                <a:ea typeface="Arial Unicode MS"/>
                <a:cs typeface="Arial Unicode MS"/>
              </a:defRPr>
            </a:lvl1pPr>
            <a:lvl2pPr algn="l">
              <a:buNone/>
              <a:defRPr sz="2100" b="1">
                <a:solidFill>
                  <a:srgbClr val="AB553B"/>
                </a:solidFill>
                <a:latin typeface="Arial Unicode MS"/>
                <a:ea typeface="Arial Unicode MS"/>
                <a:cs typeface="Arial Unicode MS"/>
              </a:defRPr>
            </a:lvl2pPr>
            <a:lvl3pPr algn="l">
              <a:buNone/>
              <a:defRPr sz="2100" b="1">
                <a:solidFill>
                  <a:srgbClr val="AB553B"/>
                </a:solidFill>
                <a:latin typeface="Arial Unicode MS"/>
                <a:ea typeface="Arial Unicode MS"/>
                <a:cs typeface="Arial Unicode MS"/>
              </a:defRPr>
            </a:lvl3pPr>
            <a:lvl4pPr algn="l">
              <a:buNone/>
              <a:defRPr sz="2100" b="1">
                <a:solidFill>
                  <a:srgbClr val="AB553B"/>
                </a:solidFill>
                <a:latin typeface="Arial Unicode MS"/>
                <a:ea typeface="Arial Unicode MS"/>
                <a:cs typeface="Arial Unicode MS"/>
              </a:defRPr>
            </a:lvl4pPr>
            <a:lvl5pPr algn="l">
              <a:buNone/>
              <a:defRPr sz="2100" b="1">
                <a:solidFill>
                  <a:srgbClr val="AB553B"/>
                </a:solidFill>
                <a:latin typeface="Arial Unicode MS"/>
                <a:ea typeface="Arial Unicode MS"/>
                <a:cs typeface="Arial Unicode MS"/>
              </a:defRPr>
            </a:lvl5pPr>
            <a:lvl6pPr algn="l">
              <a:buNone/>
              <a:defRPr sz="2100" b="1">
                <a:solidFill>
                  <a:srgbClr val="AB553B"/>
                </a:solidFill>
                <a:latin typeface="Arial Unicode MS"/>
                <a:ea typeface="Arial Unicode MS"/>
                <a:cs typeface="Arial Unicode MS"/>
              </a:defRPr>
            </a:lvl6pPr>
            <a:lvl7pPr algn="l">
              <a:buNone/>
              <a:defRPr sz="2100" b="1">
                <a:solidFill>
                  <a:srgbClr val="AB553B"/>
                </a:solidFill>
                <a:latin typeface="Arial Unicode MS"/>
                <a:ea typeface="Arial Unicode MS"/>
                <a:cs typeface="Arial Unicode MS"/>
              </a:defRPr>
            </a:lvl7pPr>
            <a:lvl8pPr algn="l">
              <a:buNone/>
              <a:defRPr sz="2100" b="1">
                <a:solidFill>
                  <a:srgbClr val="AB553B"/>
                </a:solidFill>
                <a:latin typeface="Arial Unicode MS"/>
                <a:ea typeface="Arial Unicode MS"/>
                <a:cs typeface="Arial Unicode MS"/>
              </a:defRPr>
            </a:lvl8pPr>
            <a:lvl9pPr algn="l">
              <a:buNone/>
              <a:defRPr sz="2100" b="1">
                <a:solidFill>
                  <a:srgbClr val="AB553B"/>
                </a:solidFill>
                <a:latin typeface="Arial Unicode MS"/>
                <a:ea typeface="Arial Unicode MS"/>
                <a:cs typeface="Arial Unicode MS"/>
              </a:defRPr>
            </a:lvl9pPr>
          </a:lstStyle>
          <a:p xmlns:a="http://schemas.openxmlformats.org/drawingml/2006/main">
            <a:pPr algn="l">
              <a:buNone/>
              <a:defRPr sz="2100" b="1">
                <a:solidFill>
                  <a:srgbClr val="AB553B"/>
                </a:solidFill>
                <a:latin typeface="Arial Unicode MS"/>
                <a:ea typeface="Arial Unicode MS"/>
                <a:cs typeface="Arial Unicode MS"/>
              </a:defRPr>
            </a:pPr>
            <a:r>
              <a:rPr sz="2100" b="1">
                <a:solidFill>
                  <a:srgbClr val="AB553B"/>
                </a:solidFill>
                <a:latin typeface="Arial Unicode MS"/>
                <a:ea typeface="Arial Unicode MS"/>
                <a:cs typeface="Arial Unicode MS"/>
              </a:rPr>
              <a:t>내부 인계표 2쪽</a:t>
            </a:r>
          </a:p>
        </p:txBody>
      </p:sp>
      <p:pic>
        <p:nvPicPr>
          <p:cNvPr id="6" name="">
            <a:extLst xmlns:a="http://schemas.openxmlformats.org/drawingml/2006/main">
              <a:ext uri="{FF2B5EF4-FFF2-40B4-BE49-F238E27FC236}">
                <a16:creationId xmlns:a16="http://schemas.microsoft.com/office/drawing/2014/main" id="{2F55F14B-4906-408A-A570-0B2A761C430B}"/>
              </a:ext>
            </a:extLst>
          </p:cNvPr>
          <p:cNvPicPr>
            <a:picLocks xmlns:a="http://schemas.openxmlformats.org/drawingml/2006/main" noChangeAspect="1"/>
          </p:cNvPicPr>
          <p:nvPr/>
        </p:nvPicPr>
        <p:blipFill>
          <a:blip xmlns:r="http://schemas.openxmlformats.org/officeDocument/2006/relationships" xmlns:a="http://schemas.openxmlformats.org/drawingml/2006/main" r:embed="R25e5682955734cf4"/>
          <a:srcRect xmlns:a="http://schemas.openxmlformats.org/drawingml/2006/main" l="6000" t="18889" r="50000" b="75556"/>
          <a:stretch xmlns:a="http://schemas.openxmlformats.org/drawingml/2006/main"/>
        </p:blipFill>
        <p:spPr>
          <a:xfrm xmlns:a="http://schemas.openxmlformats.org/drawingml/2006/main">
            <a:off x="609600" y="4905375"/>
            <a:ext cx="5257800" cy="876300"/>
          </a:xfrm>
          <a:prstGeom xmlns:a="http://schemas.openxmlformats.org/drawingml/2006/main" prst="rect">
            <a:avLst/>
          </a:prstGeom>
        </p:spPr>
      </p:pic>
      <p:sp>
        <p:nvSpPr>
          <p:cNvPr id="7" name="page-note">
            <a:extLst xmlns:a="http://schemas.openxmlformats.org/drawingml/2006/main">
              <a:ext uri="{FF2B5EF4-FFF2-40B4-BE49-F238E27FC236}">
                <a16:creationId xmlns:a16="http://schemas.microsoft.com/office/drawing/2014/main" id="{CE0F5E15-480F-4B4C-8693-A3F45FAEF9EB}"/>
              </a:ext>
            </a:extLst>
          </p:cNvPr>
          <p:cNvSpPr>
            <a:spLocks xmlns:a="http://schemas.openxmlformats.org/drawingml/2006/main" noGrp="1"/>
          </p:cNvSpPr>
          <p:nvPr/>
        </p:nvSpPr>
        <p:spPr>
          <a:xfrm xmlns:a="http://schemas.openxmlformats.org/drawingml/2006/main">
            <a:off x="6553200" y="4914900"/>
            <a:ext cx="4953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175" b="1">
                <a:solidFill>
                  <a:srgbClr val="173C46"/>
                </a:solidFill>
                <a:latin typeface="Arial Unicode MS"/>
                <a:ea typeface="Arial Unicode MS"/>
                <a:cs typeface="Arial Unicode MS"/>
              </a:defRPr>
            </a:defPPr>
            <a:lvl1pPr algn="l">
              <a:buNone/>
              <a:defRPr sz="2175" b="1">
                <a:solidFill>
                  <a:srgbClr val="173C46"/>
                </a:solidFill>
                <a:latin typeface="Arial Unicode MS"/>
                <a:ea typeface="Arial Unicode MS"/>
                <a:cs typeface="Arial Unicode MS"/>
              </a:defRPr>
            </a:lvl1pPr>
            <a:lvl2pPr algn="l">
              <a:buNone/>
              <a:defRPr sz="2175" b="1">
                <a:solidFill>
                  <a:srgbClr val="173C46"/>
                </a:solidFill>
                <a:latin typeface="Arial Unicode MS"/>
                <a:ea typeface="Arial Unicode MS"/>
                <a:cs typeface="Arial Unicode MS"/>
              </a:defRPr>
            </a:lvl2pPr>
            <a:lvl3pPr algn="l">
              <a:buNone/>
              <a:defRPr sz="2175" b="1">
                <a:solidFill>
                  <a:srgbClr val="173C46"/>
                </a:solidFill>
                <a:latin typeface="Arial Unicode MS"/>
                <a:ea typeface="Arial Unicode MS"/>
                <a:cs typeface="Arial Unicode MS"/>
              </a:defRPr>
            </a:lvl3pPr>
            <a:lvl4pPr algn="l">
              <a:buNone/>
              <a:defRPr sz="2175" b="1">
                <a:solidFill>
                  <a:srgbClr val="173C46"/>
                </a:solidFill>
                <a:latin typeface="Arial Unicode MS"/>
                <a:ea typeface="Arial Unicode MS"/>
                <a:cs typeface="Arial Unicode MS"/>
              </a:defRPr>
            </a:lvl4pPr>
            <a:lvl5pPr algn="l">
              <a:buNone/>
              <a:defRPr sz="2175" b="1">
                <a:solidFill>
                  <a:srgbClr val="173C46"/>
                </a:solidFill>
                <a:latin typeface="Arial Unicode MS"/>
                <a:ea typeface="Arial Unicode MS"/>
                <a:cs typeface="Arial Unicode MS"/>
              </a:defRPr>
            </a:lvl5pPr>
            <a:lvl6pPr algn="l">
              <a:buNone/>
              <a:defRPr sz="2175" b="1">
                <a:solidFill>
                  <a:srgbClr val="173C46"/>
                </a:solidFill>
                <a:latin typeface="Arial Unicode MS"/>
                <a:ea typeface="Arial Unicode MS"/>
                <a:cs typeface="Arial Unicode MS"/>
              </a:defRPr>
            </a:lvl6pPr>
            <a:lvl7pPr algn="l">
              <a:buNone/>
              <a:defRPr sz="2175" b="1">
                <a:solidFill>
                  <a:srgbClr val="173C46"/>
                </a:solidFill>
                <a:latin typeface="Arial Unicode MS"/>
                <a:ea typeface="Arial Unicode MS"/>
                <a:cs typeface="Arial Unicode MS"/>
              </a:defRPr>
            </a:lvl7pPr>
            <a:lvl8pPr algn="l">
              <a:buNone/>
              <a:defRPr sz="2175" b="1">
                <a:solidFill>
                  <a:srgbClr val="173C46"/>
                </a:solidFill>
                <a:latin typeface="Arial Unicode MS"/>
                <a:ea typeface="Arial Unicode MS"/>
                <a:cs typeface="Arial Unicode MS"/>
              </a:defRPr>
            </a:lvl8pPr>
            <a:lvl9pPr algn="l">
              <a:buNone/>
              <a:defRPr sz="2175" b="1">
                <a:solidFill>
                  <a:srgbClr val="173C46"/>
                </a:solidFill>
                <a:latin typeface="Arial Unicode MS"/>
                <a:ea typeface="Arial Unicode MS"/>
                <a:cs typeface="Arial Unicode MS"/>
              </a:defRPr>
            </a:lvl9pPr>
          </a:lstStyle>
          <a:p xmlns:a="http://schemas.openxmlformats.org/drawingml/2006/main">
            <a:pPr algn="l">
              <a:buNone/>
              <a:defRPr sz="2175" b="1">
                <a:solidFill>
                  <a:srgbClr val="173C46"/>
                </a:solidFill>
                <a:latin typeface="Arial Unicode MS"/>
                <a:ea typeface="Arial Unicode MS"/>
                <a:cs typeface="Arial Unicode MS"/>
              </a:defRPr>
            </a:pPr>
            <a:r>
              <a:rPr sz="2175" b="1">
                <a:solidFill>
                  <a:srgbClr val="173C46"/>
                </a:solidFill>
                <a:latin typeface="Arial Unicode MS"/>
                <a:ea typeface="Arial Unicode MS"/>
                <a:cs typeface="Arial Unicode MS"/>
              </a:rPr>
              <a:t>값과 페이지를 연결해</a:t>
            </a:r>
          </a:p>
          <a:p xmlns:a="http://schemas.openxmlformats.org/drawingml/2006/main">
            <a:pPr algn="l">
              <a:buNone/>
              <a:defRPr sz="2175" b="1">
                <a:solidFill>
                  <a:srgbClr val="173C46"/>
                </a:solidFill>
                <a:latin typeface="Arial Unicode MS"/>
                <a:ea typeface="Arial Unicode MS"/>
                <a:cs typeface="Arial Unicode MS"/>
              </a:defRPr>
            </a:pPr>
            <a:r>
              <a:rPr sz="2175" b="1">
                <a:solidFill>
                  <a:srgbClr val="173C46"/>
                </a:solidFill>
                <a:latin typeface="Arial Unicode MS"/>
                <a:ea typeface="Arial Unicode MS"/>
                <a:cs typeface="Arial Unicode MS"/>
              </a:rPr>
              <a:t>담당자가 차이를 확인합니다</a:t>
            </a:r>
          </a:p>
        </p:txBody>
      </p:sp>
      <p:sp>
        <p:nvSpPr>
          <p:cNvPr id="8" name="scope">
            <a:extLst xmlns:a="http://schemas.openxmlformats.org/drawingml/2006/main">
              <a:ext uri="{FF2B5EF4-FFF2-40B4-BE49-F238E27FC236}">
                <a16:creationId xmlns:a16="http://schemas.microsoft.com/office/drawing/2014/main" id="{5AA61531-741A-4AAF-9F47-D37FA2F7A1AD}"/>
              </a:ext>
            </a:extLst>
          </p:cNvPr>
          <p:cNvSpPr>
            <a:spLocks xmlns:a="http://schemas.openxmlformats.org/drawingml/2006/main" noGrp="1"/>
          </p:cNvSpPr>
          <p:nvPr/>
        </p:nvSpPr>
        <p:spPr>
          <a:xfrm xmlns:a="http://schemas.openxmlformats.org/drawingml/2006/main">
            <a:off x="609600" y="604837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1500" b="0">
                <a:solidFill>
                  <a:srgbClr val="64777E"/>
                </a:solidFill>
                <a:latin typeface="Arial Unicode MS"/>
                <a:ea typeface="Arial Unicode MS"/>
                <a:cs typeface="Arial Unicode MS"/>
              </a:defRPr>
            </a:defPPr>
            <a:lvl1pPr algn="l">
              <a:buNone/>
              <a:defRPr sz="1500" b="0">
                <a:solidFill>
                  <a:srgbClr val="64777E"/>
                </a:solidFill>
                <a:latin typeface="Arial Unicode MS"/>
                <a:ea typeface="Arial Unicode MS"/>
                <a:cs typeface="Arial Unicode MS"/>
              </a:defRPr>
            </a:lvl1pPr>
            <a:lvl2pPr algn="l">
              <a:buNone/>
              <a:defRPr sz="1500" b="0">
                <a:solidFill>
                  <a:srgbClr val="64777E"/>
                </a:solidFill>
                <a:latin typeface="Arial Unicode MS"/>
                <a:ea typeface="Arial Unicode MS"/>
                <a:cs typeface="Arial Unicode MS"/>
              </a:defRPr>
            </a:lvl2pPr>
            <a:lvl3pPr algn="l">
              <a:buNone/>
              <a:defRPr sz="1500" b="0">
                <a:solidFill>
                  <a:srgbClr val="64777E"/>
                </a:solidFill>
                <a:latin typeface="Arial Unicode MS"/>
                <a:ea typeface="Arial Unicode MS"/>
                <a:cs typeface="Arial Unicode MS"/>
              </a:defRPr>
            </a:lvl3pPr>
            <a:lvl4pPr algn="l">
              <a:buNone/>
              <a:defRPr sz="1500" b="0">
                <a:solidFill>
                  <a:srgbClr val="64777E"/>
                </a:solidFill>
                <a:latin typeface="Arial Unicode MS"/>
                <a:ea typeface="Arial Unicode MS"/>
                <a:cs typeface="Arial Unicode MS"/>
              </a:defRPr>
            </a:lvl4pPr>
            <a:lvl5pPr algn="l">
              <a:buNone/>
              <a:defRPr sz="1500" b="0">
                <a:solidFill>
                  <a:srgbClr val="64777E"/>
                </a:solidFill>
                <a:latin typeface="Arial Unicode MS"/>
                <a:ea typeface="Arial Unicode MS"/>
                <a:cs typeface="Arial Unicode MS"/>
              </a:defRPr>
            </a:lvl5pPr>
            <a:lvl6pPr algn="l">
              <a:buNone/>
              <a:defRPr sz="1500" b="0">
                <a:solidFill>
                  <a:srgbClr val="64777E"/>
                </a:solidFill>
                <a:latin typeface="Arial Unicode MS"/>
                <a:ea typeface="Arial Unicode MS"/>
                <a:cs typeface="Arial Unicode MS"/>
              </a:defRPr>
            </a:lvl6pPr>
            <a:lvl7pPr algn="l">
              <a:buNone/>
              <a:defRPr sz="1500" b="0">
                <a:solidFill>
                  <a:srgbClr val="64777E"/>
                </a:solidFill>
                <a:latin typeface="Arial Unicode MS"/>
                <a:ea typeface="Arial Unicode MS"/>
                <a:cs typeface="Arial Unicode MS"/>
              </a:defRPr>
            </a:lvl7pPr>
            <a:lvl8pPr algn="l">
              <a:buNone/>
              <a:defRPr sz="1500" b="0">
                <a:solidFill>
                  <a:srgbClr val="64777E"/>
                </a:solidFill>
                <a:latin typeface="Arial Unicode MS"/>
                <a:ea typeface="Arial Unicode MS"/>
                <a:cs typeface="Arial Unicode MS"/>
              </a:defRPr>
            </a:lvl8pPr>
            <a:lvl9pPr algn="l">
              <a:buNone/>
              <a:defRPr sz="1500" b="0">
                <a:solidFill>
                  <a:srgbClr val="64777E"/>
                </a:solidFill>
                <a:latin typeface="Arial Unicode MS"/>
                <a:ea typeface="Arial Unicode MS"/>
                <a:cs typeface="Arial Unicode MS"/>
              </a:defRPr>
            </a:lvl9pPr>
          </a:lstStyle>
          <a:p xmlns:a="http://schemas.openxmlformats.org/drawingml/2006/main">
            <a:pPr algn="l">
              <a:buNone/>
              <a:defRPr sz="1500" b="0">
                <a:solidFill>
                  <a:srgbClr val="64777E"/>
                </a:solidFill>
                <a:latin typeface="Arial Unicode MS"/>
                <a:ea typeface="Arial Unicode MS"/>
                <a:cs typeface="Arial Unicode MS"/>
              </a:defRPr>
            </a:pPr>
            <a:r>
              <a:rPr sz="1500" b="0">
                <a:solidFill>
                  <a:srgbClr val="64777E"/>
                </a:solidFill>
                <a:latin typeface="Arial Unicode MS"/>
                <a:ea typeface="Arial Unicode MS"/>
                <a:cs typeface="Arial Unicode MS"/>
              </a:rPr>
              <a:t>문서 자체의 승인 표기는 가상 메타데이터이며 실제 결재 권한을 검증하지 않습니다.</a:t>
            </a:r>
          </a:p>
        </p:txBody>
      </p:sp>
    </p:spTree>
    <p:extLst>
      <p:ext uri="{BB962C8B-B14F-4D97-AF65-F5344CB8AC3E}">
        <p14:creationId xmlns:p14="http://schemas.microsoft.com/office/powerpoint/2010/main" val="171344088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9E982FE6-41FC-4BF1-AAB3-50079B4A9DD9}"/>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3300" b="1">
                <a:solidFill>
                  <a:srgbClr val="173C46"/>
                </a:solidFill>
                <a:latin typeface="Arial Unicode MS"/>
                <a:ea typeface="Arial Unicode MS"/>
                <a:cs typeface="Arial Unicode MS"/>
              </a:defRPr>
            </a:defPPr>
            <a:lvl1pPr algn="l">
              <a:buNone/>
              <a:defRPr sz="3300" b="1">
                <a:solidFill>
                  <a:srgbClr val="173C46"/>
                </a:solidFill>
                <a:latin typeface="Arial Unicode MS"/>
                <a:ea typeface="Arial Unicode MS"/>
                <a:cs typeface="Arial Unicode MS"/>
              </a:defRPr>
            </a:lvl1pPr>
            <a:lvl2pPr algn="l">
              <a:buNone/>
              <a:defRPr sz="3300" b="1">
                <a:solidFill>
                  <a:srgbClr val="173C46"/>
                </a:solidFill>
                <a:latin typeface="Arial Unicode MS"/>
                <a:ea typeface="Arial Unicode MS"/>
                <a:cs typeface="Arial Unicode MS"/>
              </a:defRPr>
            </a:lvl2pPr>
            <a:lvl3pPr algn="l">
              <a:buNone/>
              <a:defRPr sz="3300" b="1">
                <a:solidFill>
                  <a:srgbClr val="173C46"/>
                </a:solidFill>
                <a:latin typeface="Arial Unicode MS"/>
                <a:ea typeface="Arial Unicode MS"/>
                <a:cs typeface="Arial Unicode MS"/>
              </a:defRPr>
            </a:lvl3pPr>
            <a:lvl4pPr algn="l">
              <a:buNone/>
              <a:defRPr sz="3300" b="1">
                <a:solidFill>
                  <a:srgbClr val="173C46"/>
                </a:solidFill>
                <a:latin typeface="Arial Unicode MS"/>
                <a:ea typeface="Arial Unicode MS"/>
                <a:cs typeface="Arial Unicode MS"/>
              </a:defRPr>
            </a:lvl4pPr>
            <a:lvl5pPr algn="l">
              <a:buNone/>
              <a:defRPr sz="3300" b="1">
                <a:solidFill>
                  <a:srgbClr val="173C46"/>
                </a:solidFill>
                <a:latin typeface="Arial Unicode MS"/>
                <a:ea typeface="Arial Unicode MS"/>
                <a:cs typeface="Arial Unicode MS"/>
              </a:defRPr>
            </a:lvl5pPr>
            <a:lvl6pPr algn="l">
              <a:buNone/>
              <a:defRPr sz="3300" b="1">
                <a:solidFill>
                  <a:srgbClr val="173C46"/>
                </a:solidFill>
                <a:latin typeface="Arial Unicode MS"/>
                <a:ea typeface="Arial Unicode MS"/>
                <a:cs typeface="Arial Unicode MS"/>
              </a:defRPr>
            </a:lvl6pPr>
            <a:lvl7pPr algn="l">
              <a:buNone/>
              <a:defRPr sz="3300" b="1">
                <a:solidFill>
                  <a:srgbClr val="173C46"/>
                </a:solidFill>
                <a:latin typeface="Arial Unicode MS"/>
                <a:ea typeface="Arial Unicode MS"/>
                <a:cs typeface="Arial Unicode MS"/>
              </a:defRPr>
            </a:lvl7pPr>
            <a:lvl8pPr algn="l">
              <a:buNone/>
              <a:defRPr sz="3300" b="1">
                <a:solidFill>
                  <a:srgbClr val="173C46"/>
                </a:solidFill>
                <a:latin typeface="Arial Unicode MS"/>
                <a:ea typeface="Arial Unicode MS"/>
                <a:cs typeface="Arial Unicode MS"/>
              </a:defRPr>
            </a:lvl8pPr>
            <a:lvl9pPr algn="l">
              <a:buNone/>
              <a:defRPr sz="3300" b="1">
                <a:solidFill>
                  <a:srgbClr val="173C46"/>
                </a:solidFill>
                <a:latin typeface="Arial Unicode MS"/>
                <a:ea typeface="Arial Unicode MS"/>
                <a:cs typeface="Arial Unicode MS"/>
              </a:defRPr>
            </a:lvl9pPr>
          </a:lstStyle>
          <a:p xmlns:a="http://schemas.openxmlformats.org/drawingml/2006/main">
            <a:pPr algn="l">
              <a:buNone/>
              <a:defRPr sz="3300" b="1">
                <a:solidFill>
                  <a:srgbClr val="173C46"/>
                </a:solidFill>
                <a:latin typeface="Arial Unicode MS"/>
                <a:ea typeface="Arial Unicode MS"/>
                <a:cs typeface="Arial Unicode MS"/>
              </a:defRPr>
            </a:pPr>
            <a:r>
              <a:rPr sz="3300" b="1">
                <a:solidFill>
                  <a:srgbClr val="173C46"/>
                </a:solidFill>
                <a:latin typeface="Arial Unicode MS"/>
                <a:ea typeface="Arial Unicode MS"/>
                <a:cs typeface="Arial Unicode MS"/>
              </a:rPr>
              <a:t>실행 확인과 검증 범위</a:t>
            </a:r>
          </a:p>
        </p:txBody>
      </p:sp>
      <p:sp>
        <p:nvSpPr>
          <p:cNvPr id="2" name="page">
            <a:extLst xmlns:a="http://schemas.openxmlformats.org/drawingml/2006/main">
              <a:ext uri="{FF2B5EF4-FFF2-40B4-BE49-F238E27FC236}">
                <a16:creationId xmlns:a16="http://schemas.microsoft.com/office/drawing/2014/main" id="{EE228622-3760-46C4-849C-2F8FF7EDD2C7}"/>
              </a:ext>
            </a:extLst>
          </p:cNvPr>
          <p:cNvSpPr>
            <a:spLocks xmlns:a="http://schemas.openxmlformats.org/drawingml/2006/main" noGrp="1"/>
          </p:cNvSpPr>
          <p:nvPr/>
        </p:nvSpPr>
        <p:spPr>
          <a:xfrm xmlns:a="http://schemas.openxmlformats.org/drawingml/2006/main">
            <a:off x="11049000" y="641032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r">
              <a:defRPr sz="1350" b="0">
                <a:solidFill>
                  <a:srgbClr val="64777E"/>
                </a:solidFill>
                <a:latin typeface="Arial Unicode MS"/>
                <a:ea typeface="Arial Unicode MS"/>
                <a:cs typeface="Arial Unicode MS"/>
              </a:defRPr>
            </a:defPPr>
            <a:lvl1pPr algn="r">
              <a:buNone/>
              <a:defRPr sz="1350" b="0">
                <a:solidFill>
                  <a:srgbClr val="64777E"/>
                </a:solidFill>
                <a:latin typeface="Arial Unicode MS"/>
                <a:ea typeface="Arial Unicode MS"/>
                <a:cs typeface="Arial Unicode MS"/>
              </a:defRPr>
            </a:lvl1pPr>
            <a:lvl2pPr algn="r">
              <a:buNone/>
              <a:defRPr sz="1350" b="0">
                <a:solidFill>
                  <a:srgbClr val="64777E"/>
                </a:solidFill>
                <a:latin typeface="Arial Unicode MS"/>
                <a:ea typeface="Arial Unicode MS"/>
                <a:cs typeface="Arial Unicode MS"/>
              </a:defRPr>
            </a:lvl2pPr>
            <a:lvl3pPr algn="r">
              <a:buNone/>
              <a:defRPr sz="1350" b="0">
                <a:solidFill>
                  <a:srgbClr val="64777E"/>
                </a:solidFill>
                <a:latin typeface="Arial Unicode MS"/>
                <a:ea typeface="Arial Unicode MS"/>
                <a:cs typeface="Arial Unicode MS"/>
              </a:defRPr>
            </a:lvl3pPr>
            <a:lvl4pPr algn="r">
              <a:buNone/>
              <a:defRPr sz="1350" b="0">
                <a:solidFill>
                  <a:srgbClr val="64777E"/>
                </a:solidFill>
                <a:latin typeface="Arial Unicode MS"/>
                <a:ea typeface="Arial Unicode MS"/>
                <a:cs typeface="Arial Unicode MS"/>
              </a:defRPr>
            </a:lvl4pPr>
            <a:lvl5pPr algn="r">
              <a:buNone/>
              <a:defRPr sz="1350" b="0">
                <a:solidFill>
                  <a:srgbClr val="64777E"/>
                </a:solidFill>
                <a:latin typeface="Arial Unicode MS"/>
                <a:ea typeface="Arial Unicode MS"/>
                <a:cs typeface="Arial Unicode MS"/>
              </a:defRPr>
            </a:lvl5pPr>
            <a:lvl6pPr algn="r">
              <a:buNone/>
              <a:defRPr sz="1350" b="0">
                <a:solidFill>
                  <a:srgbClr val="64777E"/>
                </a:solidFill>
                <a:latin typeface="Arial Unicode MS"/>
                <a:ea typeface="Arial Unicode MS"/>
                <a:cs typeface="Arial Unicode MS"/>
              </a:defRPr>
            </a:lvl6pPr>
            <a:lvl7pPr algn="r">
              <a:buNone/>
              <a:defRPr sz="1350" b="0">
                <a:solidFill>
                  <a:srgbClr val="64777E"/>
                </a:solidFill>
                <a:latin typeface="Arial Unicode MS"/>
                <a:ea typeface="Arial Unicode MS"/>
                <a:cs typeface="Arial Unicode MS"/>
              </a:defRPr>
            </a:lvl7pPr>
            <a:lvl8pPr algn="r">
              <a:buNone/>
              <a:defRPr sz="1350" b="0">
                <a:solidFill>
                  <a:srgbClr val="64777E"/>
                </a:solidFill>
                <a:latin typeface="Arial Unicode MS"/>
                <a:ea typeface="Arial Unicode MS"/>
                <a:cs typeface="Arial Unicode MS"/>
              </a:defRPr>
            </a:lvl8pPr>
            <a:lvl9pPr algn="r">
              <a:buNone/>
              <a:defRPr sz="1350" b="0">
                <a:solidFill>
                  <a:srgbClr val="64777E"/>
                </a:solidFill>
                <a:latin typeface="Arial Unicode MS"/>
                <a:ea typeface="Arial Unicode MS"/>
                <a:cs typeface="Arial Unicode MS"/>
              </a:defRPr>
            </a:lvl9pPr>
          </a:lstStyle>
          <a:p xmlns:a="http://schemas.openxmlformats.org/drawingml/2006/main">
            <a:pPr algn="r">
              <a:buNone/>
              <a:defRPr sz="1350" b="0">
                <a:solidFill>
                  <a:srgbClr val="64777E"/>
                </a:solidFill>
                <a:latin typeface="Arial Unicode MS"/>
                <a:ea typeface="Arial Unicode MS"/>
                <a:cs typeface="Arial Unicode MS"/>
              </a:defRPr>
            </a:pPr>
            <a:r>
              <a:rPr sz="1350" b="0">
                <a:solidFill>
                  <a:srgbClr val="64777E"/>
                </a:solidFill>
                <a:latin typeface="Arial Unicode MS"/>
                <a:ea typeface="Arial Unicode MS"/>
                <a:cs typeface="Arial Unicode MS"/>
              </a:rPr>
              <a:t>11</a:t>
            </a:r>
          </a:p>
        </p:txBody>
      </p:sp>
      <p:graphicFrame>
        <p:nvGraphicFramePr>
          <p:cNvPr id="3" name="">
            <a:extLst xmlns:a="http://schemas.openxmlformats.org/drawingml/2006/main">
              <a:ext uri="{FF2B5EF4-FFF2-40B4-BE49-F238E27FC236}">
                <a16:creationId xmlns:a16="http://schemas.microsoft.com/office/drawing/2014/main" id="{958F0C2D-BA9E-4652-9F07-B3C3F5B35D2B}"/>
              </a:ext>
            </a:extLst>
          </p:cNvPr>
          <p:cNvGraphicFramePr/>
          <p:nvPr/>
        </p:nvGraphicFramePr>
        <p:xfrm>
          <a:off xmlns:a="http://schemas.openxmlformats.org/drawingml/2006/main" x="609600" y="1809750"/>
          <a:ext xmlns:a="http://schemas.openxmlformats.org/drawingml/2006/main" cx="10972800" cy="3057525"/>
        </p:xfrm>
        <a:graphic xmlns:a="http://schemas.openxmlformats.org/drawingml/2006/main">
          <a:graphicData uri="http://schemas.openxmlformats.org/drawingml/2006/table">
            <a:tbl>
              <a:tblPr/>
              <a:tblGrid>
                <a:gridCol w="2333625"/>
                <a:gridCol w="3333750"/>
                <a:gridCol w="5305425"/>
              </a:tblGrid>
              <a:tr h="571500">
                <a:tc>
                  <a:txBody>
                    <a:bodyPr/>
                    <a:lstStyle/>
                    <a:p>
                      <a:r>
                        <a:rPr sz="1950" b="1">
                          <a:solidFill>
                            <a:srgbClr val="FFFFFF"/>
                          </a:solidFill>
                          <a:latin typeface="Arial Unicode MS"/>
                          <a:ea typeface="Arial Unicode MS"/>
                          <a:cs typeface="Arial Unicode MS"/>
                        </a:rPr>
                        <a:t>단계</a:t>
                      </a:r>
                    </a:p>
                  </a:txBody>
                  <a:tcPr marL="171450" marR="133350" marT="114300" marB="114300" anchor="ctr">
                    <a:lnL w="9525">
                      <a:solidFill>
                        <a:srgbClr val="CFDCDD"/>
                      </a:solidFill>
                      <a:prstDash val="solid"/>
                    </a:lnL>
                    <a:lnR w="9525">
                      <a:solidFill>
                        <a:srgbClr val="CFDCDD"/>
                      </a:solidFill>
                      <a:prstDash val="solid"/>
                    </a:lnR>
                    <a:lnT w="9525">
                      <a:solidFill>
                        <a:srgbClr val="CFDCDD"/>
                      </a:solidFill>
                      <a:prstDash val="solid"/>
                    </a:lnT>
                    <a:lnB w="9525">
                      <a:solidFill>
                        <a:srgbClr val="CFDCDD"/>
                      </a:solidFill>
                      <a:prstDash val="solid"/>
                    </a:lnB>
                    <a:solidFill>
                      <a:srgbClr val="173C46"/>
                    </a:solidFill>
                  </a:tcPr>
                </a:tc>
                <a:tc>
                  <a:txBody>
                    <a:bodyPr/>
                    <a:lstStyle/>
                    <a:p>
                      <a:r>
                        <a:rPr sz="1950" b="1">
                          <a:solidFill>
                            <a:srgbClr val="FFFFFF"/>
                          </a:solidFill>
                          <a:latin typeface="Arial Unicode MS"/>
                          <a:ea typeface="Arial Unicode MS"/>
                          <a:cs typeface="Arial Unicode MS"/>
                        </a:rPr>
                        <a:t>관측 결과</a:t>
                      </a:r>
                    </a:p>
                  </a:txBody>
                  <a:tcPr marL="171450" marR="133350" marT="114300" marB="114300" anchor="ctr">
                    <a:lnR w="9525">
                      <a:solidFill>
                        <a:srgbClr val="CFDCDD"/>
                      </a:solidFill>
                      <a:prstDash val="solid"/>
                    </a:lnR>
                    <a:lnT w="9525">
                      <a:solidFill>
                        <a:srgbClr val="CFDCDD"/>
                      </a:solidFill>
                      <a:prstDash val="solid"/>
                    </a:lnT>
                    <a:lnB w="9525">
                      <a:solidFill>
                        <a:srgbClr val="CFDCDD"/>
                      </a:solidFill>
                      <a:prstDash val="solid"/>
                    </a:lnB>
                    <a:solidFill>
                      <a:srgbClr val="173C46"/>
                    </a:solidFill>
                  </a:tcPr>
                </a:tc>
                <a:tc>
                  <a:txBody>
                    <a:bodyPr/>
                    <a:lstStyle/>
                    <a:p>
                      <a:r>
                        <a:rPr sz="1950" b="1">
                          <a:solidFill>
                            <a:srgbClr val="FFFFFF"/>
                          </a:solidFill>
                          <a:latin typeface="Arial Unicode MS"/>
                          <a:ea typeface="Arial Unicode MS"/>
                          <a:cs typeface="Arial Unicode MS"/>
                        </a:rPr>
                        <a:t>의미</a:t>
                      </a:r>
                    </a:p>
                  </a:txBody>
                  <a:tcPr marL="171450" marR="133350" marT="114300" marB="114300" anchor="ctr">
                    <a:lnR w="9525">
                      <a:solidFill>
                        <a:srgbClr val="CFDCDD"/>
                      </a:solidFill>
                      <a:prstDash val="solid"/>
                    </a:lnR>
                    <a:lnT w="9525">
                      <a:solidFill>
                        <a:srgbClr val="CFDCDD"/>
                      </a:solidFill>
                      <a:prstDash val="solid"/>
                    </a:lnT>
                    <a:lnB w="9525">
                      <a:solidFill>
                        <a:srgbClr val="CFDCDD"/>
                      </a:solidFill>
                      <a:prstDash val="solid"/>
                    </a:lnB>
                    <a:solidFill>
                      <a:srgbClr val="173C46"/>
                    </a:solidFill>
                  </a:tcPr>
                </a:tc>
              </a:tr>
              <a:tr h="828675">
                <a:tc>
                  <a:txBody>
                    <a:bodyPr/>
                    <a:lstStyle/>
                    <a:p>
                      <a:r>
                        <a:rPr sz="2100">
                          <a:solidFill>
                            <a:srgbClr val="173C46"/>
                          </a:solidFill>
                          <a:latin typeface="Arial Unicode MS"/>
                          <a:ea typeface="Arial Unicode MS"/>
                          <a:cs typeface="Arial Unicode MS"/>
                        </a:rPr>
                        <a:t>API 호출</a:t>
                      </a:r>
                    </a:p>
                  </a:txBody>
                  <a:tcPr marL="171450" marR="133350" marT="114300" marB="114300" anchor="ctr">
                    <a:lnL w="9525">
                      <a:solidFill>
                        <a:srgbClr val="CFDCDD"/>
                      </a:solidFill>
                      <a:prstDash val="solid"/>
                    </a:lnL>
                    <a:lnR w="9525">
                      <a:solidFill>
                        <a:srgbClr val="CFDCDD"/>
                      </a:solidFill>
                      <a:prstDash val="solid"/>
                    </a:lnR>
                    <a:lnB w="9525">
                      <a:solidFill>
                        <a:srgbClr val="CFDCDD"/>
                      </a:solidFill>
                      <a:prstDash val="solid"/>
                    </a:lnB>
                    <a:solidFill>
                      <a:srgbClr val="FFFFFF"/>
                    </a:solidFill>
                  </a:tcPr>
                </a:tc>
                <a:tc>
                  <a:txBody>
                    <a:bodyPr/>
                    <a:lstStyle/>
                    <a:p>
                      <a:r>
                        <a:rPr sz="2100">
                          <a:solidFill>
                            <a:srgbClr val="173C46"/>
                          </a:solidFill>
                          <a:latin typeface="Arial Unicode MS"/>
                          <a:ea typeface="Arial Unicode MS"/>
                          <a:cs typeface="Arial Unicode MS"/>
                        </a:rPr>
                        <a:t>2회 요청 완료</a:t>
                      </a:r>
                    </a:p>
                  </a:txBody>
                  <a:tcPr marL="171450" marR="133350" marT="114300" marB="114300" anchor="ctr">
                    <a:lnR w="9525">
                      <a:solidFill>
                        <a:srgbClr val="CFDCDD"/>
                      </a:solidFill>
                      <a:prstDash val="solid"/>
                    </a:lnR>
                    <a:lnB w="9525">
                      <a:solidFill>
                        <a:srgbClr val="CFDCDD"/>
                      </a:solidFill>
                      <a:prstDash val="solid"/>
                    </a:lnB>
                    <a:solidFill>
                      <a:srgbClr val="FFFFFF"/>
                    </a:solidFill>
                  </a:tcPr>
                </a:tc>
                <a:tc>
                  <a:txBody>
                    <a:bodyPr/>
                    <a:lstStyle/>
                    <a:p>
                      <a:r>
                        <a:rPr sz="2100">
                          <a:solidFill>
                            <a:srgbClr val="173C46"/>
                          </a:solidFill>
                          <a:latin typeface="Arial Unicode MS"/>
                          <a:ea typeface="Arial Unicode MS"/>
                          <a:cs typeface="Arial Unicode MS"/>
                        </a:rPr>
                        <a:t>실제 OpenAI 응답 확인</a:t>
                      </a:r>
                    </a:p>
                  </a:txBody>
                  <a:tcPr marL="171450" marR="133350" marT="114300" marB="114300" anchor="ctr">
                    <a:lnR w="9525">
                      <a:solidFill>
                        <a:srgbClr val="CFDCDD"/>
                      </a:solidFill>
                      <a:prstDash val="solid"/>
                    </a:lnR>
                    <a:lnB w="9525">
                      <a:solidFill>
                        <a:srgbClr val="CFDCDD"/>
                      </a:solidFill>
                      <a:prstDash val="solid"/>
                    </a:lnB>
                    <a:solidFill>
                      <a:srgbClr val="FFFFFF"/>
                    </a:solidFill>
                  </a:tcPr>
                </a:tc>
              </a:tr>
              <a:tr h="828675">
                <a:tc>
                  <a:txBody>
                    <a:bodyPr/>
                    <a:lstStyle/>
                    <a:p>
                      <a:r>
                        <a:rPr sz="2100">
                          <a:solidFill>
                            <a:srgbClr val="173C46"/>
                          </a:solidFill>
                          <a:latin typeface="Arial Unicode MS"/>
                          <a:ea typeface="Arial Unicode MS"/>
                          <a:cs typeface="Arial Unicode MS"/>
                        </a:rPr>
                        <a:t>원문 검증</a:t>
                      </a:r>
                    </a:p>
                  </a:txBody>
                  <a:tcPr marL="171450" marR="133350" marT="114300" marB="114300" anchor="ctr">
                    <a:lnL w="9525">
                      <a:solidFill>
                        <a:srgbClr val="CFDCDD"/>
                      </a:solidFill>
                      <a:prstDash val="solid"/>
                    </a:lnL>
                    <a:lnR w="9525">
                      <a:solidFill>
                        <a:srgbClr val="CFDCDD"/>
                      </a:solidFill>
                      <a:prstDash val="solid"/>
                    </a:lnR>
                    <a:lnB w="9525">
                      <a:solidFill>
                        <a:srgbClr val="CFDCDD"/>
                      </a:solidFill>
                      <a:prstDash val="solid"/>
                    </a:lnB>
                    <a:solidFill>
                      <a:srgbClr val="FFFFFF"/>
                    </a:solidFill>
                  </a:tcPr>
                </a:tc>
                <a:tc>
                  <a:txBody>
                    <a:bodyPr/>
                    <a:lstStyle/>
                    <a:p>
                      <a:r>
                        <a:rPr sz="2100">
                          <a:solidFill>
                            <a:srgbClr val="173C46"/>
                          </a:solidFill>
                          <a:latin typeface="Arial Unicode MS"/>
                          <a:ea typeface="Arial Unicode MS"/>
                          <a:cs typeface="Arial Unicode MS"/>
                        </a:rPr>
                        <a:t>22개 제안 통과</a:t>
                      </a:r>
                    </a:p>
                  </a:txBody>
                  <a:tcPr marL="171450" marR="133350" marT="114300" marB="114300" anchor="ctr">
                    <a:lnR w="9525">
                      <a:solidFill>
                        <a:srgbClr val="CFDCDD"/>
                      </a:solidFill>
                      <a:prstDash val="solid"/>
                    </a:lnR>
                    <a:lnB w="9525">
                      <a:solidFill>
                        <a:srgbClr val="CFDCDD"/>
                      </a:solidFill>
                      <a:prstDash val="solid"/>
                    </a:lnB>
                    <a:solidFill>
                      <a:srgbClr val="FFFFFF"/>
                    </a:solidFill>
                  </a:tcPr>
                </a:tc>
                <a:tc>
                  <a:txBody>
                    <a:bodyPr/>
                    <a:lstStyle/>
                    <a:p>
                      <a:r>
                        <a:rPr sz="2100">
                          <a:solidFill>
                            <a:srgbClr val="173C46"/>
                          </a:solidFill>
                          <a:latin typeface="Arial Unicode MS"/>
                          <a:ea typeface="Arial Unicode MS"/>
                          <a:cs typeface="Arial Unicode MS"/>
                        </a:rPr>
                        <a:t>세 문서의 추출값을 원문과 대조</a:t>
                      </a:r>
                    </a:p>
                  </a:txBody>
                  <a:tcPr marL="171450" marR="133350" marT="114300" marB="114300" anchor="ctr">
                    <a:lnR w="9525">
                      <a:solidFill>
                        <a:srgbClr val="CFDCDD"/>
                      </a:solidFill>
                      <a:prstDash val="solid"/>
                    </a:lnR>
                    <a:lnB w="9525">
                      <a:solidFill>
                        <a:srgbClr val="CFDCDD"/>
                      </a:solidFill>
                      <a:prstDash val="solid"/>
                    </a:lnB>
                    <a:solidFill>
                      <a:srgbClr val="FFFFFF"/>
                    </a:solidFill>
                  </a:tcPr>
                </a:tc>
              </a:tr>
              <a:tr h="828675">
                <a:tc>
                  <a:txBody>
                    <a:bodyPr/>
                    <a:lstStyle/>
                    <a:p>
                      <a:r>
                        <a:rPr sz="2100">
                          <a:solidFill>
                            <a:srgbClr val="173C46"/>
                          </a:solidFill>
                          <a:latin typeface="Arial Unicode MS"/>
                          <a:ea typeface="Arial Unicode MS"/>
                          <a:cs typeface="Arial Unicode MS"/>
                        </a:rPr>
                        <a:t>사양 비교</a:t>
                      </a:r>
                    </a:p>
                  </a:txBody>
                  <a:tcPr marL="171450" marR="133350" marT="114300" marB="114300" anchor="ctr">
                    <a:lnL w="9525">
                      <a:solidFill>
                        <a:srgbClr val="CFDCDD"/>
                      </a:solidFill>
                      <a:prstDash val="solid"/>
                    </a:lnL>
                    <a:lnR w="9525">
                      <a:solidFill>
                        <a:srgbClr val="CFDCDD"/>
                      </a:solidFill>
                      <a:prstDash val="solid"/>
                    </a:lnR>
                    <a:lnB w="9525">
                      <a:solidFill>
                        <a:srgbClr val="CFDCDD"/>
                      </a:solidFill>
                      <a:prstDash val="solid"/>
                    </a:lnB>
                    <a:solidFill>
                      <a:srgbClr val="FFFFFF"/>
                    </a:solidFill>
                  </a:tcPr>
                </a:tc>
                <a:tc>
                  <a:txBody>
                    <a:bodyPr/>
                    <a:lstStyle/>
                    <a:p>
                      <a:r>
                        <a:rPr sz="2100">
                          <a:solidFill>
                            <a:srgbClr val="173C46"/>
                          </a:solidFill>
                          <a:latin typeface="Arial Unicode MS"/>
                          <a:ea typeface="Arial Unicode MS"/>
                          <a:cs typeface="Arial Unicode MS"/>
                        </a:rPr>
                        <a:t>8개 일치 / 2개 불일치</a:t>
                      </a:r>
                    </a:p>
                  </a:txBody>
                  <a:tcPr marL="171450" marR="133350" marT="114300" marB="114300" anchor="ctr">
                    <a:lnR w="9525">
                      <a:solidFill>
                        <a:srgbClr val="CFDCDD"/>
                      </a:solidFill>
                      <a:prstDash val="solid"/>
                    </a:lnR>
                    <a:lnB w="9525">
                      <a:solidFill>
                        <a:srgbClr val="CFDCDD"/>
                      </a:solidFill>
                      <a:prstDash val="solid"/>
                    </a:lnB>
                    <a:solidFill>
                      <a:srgbClr val="FFFFFF"/>
                    </a:solidFill>
                  </a:tcPr>
                </a:tc>
                <a:tc>
                  <a:txBody>
                    <a:bodyPr/>
                    <a:lstStyle/>
                    <a:p>
                      <a:r>
                        <a:rPr sz="2100">
                          <a:solidFill>
                            <a:srgbClr val="173C46"/>
                          </a:solidFill>
                          <a:latin typeface="Arial Unicode MS"/>
                          <a:ea typeface="Arial Unicode MS"/>
                          <a:cs typeface="Arial Unicode MS"/>
                        </a:rPr>
                        <a:t>최종 기술 항목 10개 비교</a:t>
                      </a:r>
                    </a:p>
                  </a:txBody>
                  <a:tcPr marL="171450" marR="133350" marT="114300" marB="114300" anchor="ctr">
                    <a:lnR w="9525">
                      <a:solidFill>
                        <a:srgbClr val="CFDCDD"/>
                      </a:solidFill>
                      <a:prstDash val="solid"/>
                    </a:lnR>
                    <a:lnB w="9525">
                      <a:solidFill>
                        <a:srgbClr val="CFDCDD"/>
                      </a:solidFill>
                      <a:prstDash val="solid"/>
                    </a:lnB>
                    <a:solidFill>
                      <a:srgbClr val="FFFFFF"/>
                    </a:solidFill>
                  </a:tcPr>
                </a:tc>
              </a:tr>
            </a:tbl>
          </a:graphicData>
        </a:graphic>
      </p:graphicFrame>
      <p:sp>
        <p:nvSpPr>
          <p:cNvPr id="4" name="scope-note">
            <a:extLst xmlns:a="http://schemas.openxmlformats.org/drawingml/2006/main">
              <a:ext uri="{FF2B5EF4-FFF2-40B4-BE49-F238E27FC236}">
                <a16:creationId xmlns:a16="http://schemas.microsoft.com/office/drawing/2014/main" id="{ACF9FAB5-8E72-409B-AC74-A30DDAC8E798}"/>
              </a:ext>
            </a:extLst>
          </p:cNvPr>
          <p:cNvSpPr>
            <a:spLocks xmlns:a="http://schemas.openxmlformats.org/drawingml/2006/main" noGrp="1"/>
          </p:cNvSpPr>
          <p:nvPr/>
        </p:nvSpPr>
        <p:spPr>
          <a:xfrm xmlns:a="http://schemas.openxmlformats.org/drawingml/2006/main">
            <a:off x="609600" y="53816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l">
              <a:defRPr sz="2250" b="1">
                <a:solidFill>
                  <a:srgbClr val="15796D"/>
                </a:solidFill>
                <a:latin typeface="Arial Unicode MS"/>
                <a:ea typeface="Arial Unicode MS"/>
                <a:cs typeface="Arial Unicode MS"/>
              </a:defRPr>
            </a:defPPr>
            <a:lvl1pPr algn="l">
              <a:buNone/>
              <a:defRPr sz="2250" b="1">
                <a:solidFill>
                  <a:srgbClr val="15796D"/>
                </a:solidFill>
                <a:latin typeface="Arial Unicode MS"/>
                <a:ea typeface="Arial Unicode MS"/>
                <a:cs typeface="Arial Unicode MS"/>
              </a:defRPr>
            </a:lvl1pPr>
            <a:lvl2pPr algn="l">
              <a:buNone/>
              <a:defRPr sz="2250" b="1">
                <a:solidFill>
                  <a:srgbClr val="15796D"/>
                </a:solidFill>
                <a:latin typeface="Arial Unicode MS"/>
                <a:ea typeface="Arial Unicode MS"/>
                <a:cs typeface="Arial Unicode MS"/>
              </a:defRPr>
            </a:lvl2pPr>
            <a:lvl3pPr algn="l">
              <a:buNone/>
              <a:defRPr sz="2250" b="1">
                <a:solidFill>
                  <a:srgbClr val="15796D"/>
                </a:solidFill>
                <a:latin typeface="Arial Unicode MS"/>
                <a:ea typeface="Arial Unicode MS"/>
                <a:cs typeface="Arial Unicode MS"/>
              </a:defRPr>
            </a:lvl3pPr>
            <a:lvl4pPr algn="l">
              <a:buNone/>
              <a:defRPr sz="2250" b="1">
                <a:solidFill>
                  <a:srgbClr val="15796D"/>
                </a:solidFill>
                <a:latin typeface="Arial Unicode MS"/>
                <a:ea typeface="Arial Unicode MS"/>
                <a:cs typeface="Arial Unicode MS"/>
              </a:defRPr>
            </a:lvl4pPr>
            <a:lvl5pPr algn="l">
              <a:buNone/>
              <a:defRPr sz="2250" b="1">
                <a:solidFill>
                  <a:srgbClr val="15796D"/>
                </a:solidFill>
                <a:latin typeface="Arial Unicode MS"/>
                <a:ea typeface="Arial Unicode MS"/>
                <a:cs typeface="Arial Unicode MS"/>
              </a:defRPr>
            </a:lvl5pPr>
            <a:lvl6pPr algn="l">
              <a:buNone/>
              <a:defRPr sz="2250" b="1">
                <a:solidFill>
                  <a:srgbClr val="15796D"/>
                </a:solidFill>
                <a:latin typeface="Arial Unicode MS"/>
                <a:ea typeface="Arial Unicode MS"/>
                <a:cs typeface="Arial Unicode MS"/>
              </a:defRPr>
            </a:lvl6pPr>
            <a:lvl7pPr algn="l">
              <a:buNone/>
              <a:defRPr sz="2250" b="1">
                <a:solidFill>
                  <a:srgbClr val="15796D"/>
                </a:solidFill>
                <a:latin typeface="Arial Unicode MS"/>
                <a:ea typeface="Arial Unicode MS"/>
                <a:cs typeface="Arial Unicode MS"/>
              </a:defRPr>
            </a:lvl7pPr>
            <a:lvl8pPr algn="l">
              <a:buNone/>
              <a:defRPr sz="2250" b="1">
                <a:solidFill>
                  <a:srgbClr val="15796D"/>
                </a:solidFill>
                <a:latin typeface="Arial Unicode MS"/>
                <a:ea typeface="Arial Unicode MS"/>
                <a:cs typeface="Arial Unicode MS"/>
              </a:defRPr>
            </a:lvl8pPr>
            <a:lvl9pPr algn="l">
              <a:buNone/>
              <a:defRPr sz="2250" b="1">
                <a:solidFill>
                  <a:srgbClr val="15796D"/>
                </a:solidFill>
                <a:latin typeface="Arial Unicode MS"/>
                <a:ea typeface="Arial Unicode MS"/>
                <a:cs typeface="Arial Unicode MS"/>
              </a:defRPr>
            </a:lvl9pPr>
          </a:lstStyle>
          <a:p xmlns:a="http://schemas.openxmlformats.org/drawingml/2006/main">
            <a:pPr algn="l">
              <a:buNone/>
              <a:defRPr sz="2250" b="1">
                <a:solidFill>
                  <a:srgbClr val="15796D"/>
                </a:solidFill>
                <a:latin typeface="Arial Unicode MS"/>
                <a:ea typeface="Arial Unicode MS"/>
                <a:cs typeface="Arial Unicode MS"/>
              </a:defRPr>
            </a:pPr>
            <a:r>
              <a:rPr sz="2250" b="1">
                <a:solidFill>
                  <a:srgbClr val="15796D"/>
                </a:solidFill>
                <a:latin typeface="Arial Unicode MS"/>
                <a:ea typeface="Arial Unicode MS"/>
                <a:cs typeface="Arial Unicode MS"/>
              </a:rPr>
              <a:t>서로 다른 단계의 수치입니다</a:t>
            </a:r>
          </a:p>
          <a:p xmlns:a="http://schemas.openxmlformats.org/drawingml/2006/main">
            <a:pPr algn="l">
              <a:buNone/>
              <a:defRPr sz="2250" b="1">
                <a:solidFill>
                  <a:srgbClr val="15796D"/>
                </a:solidFill>
                <a:latin typeface="Arial Unicode MS"/>
                <a:ea typeface="Arial Unicode MS"/>
                <a:cs typeface="Arial Unicode MS"/>
              </a:defRPr>
            </a:pPr>
            <a:r>
              <a:rPr sz="2250" b="1">
                <a:solidFill>
                  <a:srgbClr val="15796D"/>
                </a:solidFill>
                <a:latin typeface="Arial Unicode MS"/>
                <a:ea typeface="Arial Unicode MS"/>
                <a:cs typeface="Arial Unicode MS"/>
              </a:rPr>
              <a:t>현업 정확도나 업무 시간 절감률로 해석하지 않습니다</a:t>
            </a:r>
          </a:p>
        </p:txBody>
      </p:sp>
    </p:spTree>
    <p:extLst>
      <p:ext uri="{BB962C8B-B14F-4D97-AF65-F5344CB8AC3E}">
        <p14:creationId xmlns:p14="http://schemas.microsoft.com/office/powerpoint/2010/main" val="4235488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2026-10-22T01:02:56.6610000Z</dcterms:created>
  <dcterms:modified xsi:type="dcterms:W3CDTF">2026-10-22T01:02:56.6610000Z</dcterms:modified>
</coreProperties>
</file>